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Muy buenas tardes. Presentarse como Juliano Cardona, estudiante de Informática del IUTECP. Indicar que las pasantías se realizaron en la Empresa Mixta Petrolera Venangocupet, S.A., específicamente en el Departamento de Presidencia. Leer el título oficial y explicar que el proyecto se centró en el control de los movimientos documentales mediante un prototipo llamado BaseAccess. Anticipar que la exposición seguirá los cinco capítulos del informe.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la agenda sin leer cada tarjeta. Explicar que primero se describirá la empresa y el área, luego la situación problemática y los objetivos, después los fundamentos teóricos, el desarrollo técnico del prototipo y finalmente los resultados con recomendaciones.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que Venangocupet fue constituida en 2012 y desarrolla actividades del sector de hidrocarburos. Las pasantías se realizaron en Presidencia, un punto de recepción, revisión, firma y despacho de correspondencia ejecutiva. Describir el recorrido observado: recepción, revisión ortográfica y de formato, registro, firma, egreso y despacho. Señalar que conocer el proceso real fue necesario antes de diseñar la solución.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que el control ya existía mediante hojas de cálculo, pero requería transcripción, actualización de estados, filtros y consolidaciones manuales. Cuando aumenta la cantidad de expedientes, esas tareas pueden generar duplicidades, omisiones, demoras y dificultad para responder rápidamente cuántos documentos ingresaron, cuáles están pendientes o cuál fue el recorrido de un expediente. La oportunidad de mejora fue automatizar registro, seguimiento y reportes.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el árbol del problema como una herramienta para separar causas, problema central y efectos. Resumir las causas en transcripción repetitiva, falta de validaciones y dependencia de hojas de cálculo; y los efectos en demoras, reportes no inmediatos y menor trazabilidad. Leer el objetivo general y recordar la secuencia de los cuatro objetivos: diagnosticar, determinar requerimientos, diseñar, implementar y validar.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solamente los cuatro fundamentos más relacionados con BaseAccess. Un sistema de información captura y presenta datos; la gestión documental controla el recorrido; el modelo relacional organiza entidades sin repetir toda la información; y la trazabilidad permite reconstruir movimientos, fechas, estados y responsables. Mencionar SQLite como implementación de la base de datos relacional.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Resumir las nueve semanas en cuatro etapas. Primero se observó el flujo y se levantaron requerimientos. Después se diseñó la base de datos relacional y la interfaz. Luego se implementó BaseAccess como aplicación de escritorio con Wails y SQLite. Finalmente se probaron registro, consulta, historial y reportes, se corrigieron errores y se preparó documentación técnica y de usuario.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la arquitectura de izquierda a derecha: el personal utiliza una interfaz visual; Wails integra la aplicación de escritorio; la lógica se encarga de registro, consulta e historial; los reportes se generan con la información almacenada; y SQLite conserva la base de datos local sin requerir un servidor adicional. Destacar los cuatro módulos funcionales: registro, consulta, historial y reportes.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que BaseAccess no quedó solamente en diagramas. Señalar el formulario de registro, la posibilidad de asociar varios documentos o frentes a un expediente y la exportación con filtros. Explicar que durante la validación se utilizaron datos representativos y se comprobaron los módulos. Aclarar que se obtuvo un prototipo funcional, no una plataforma empresarial definitiva.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Relacionar las conclusiones con los cuatro objetivos: se diagnosticaron las limitaciones del control manual; se determinaron requerimientos de registro, historial, consulta y reportes; se diseñó una base relacional y una interfaz adaptada al flujo; y se implementó y validó un prototipo funcional. Recomendar migración gradual, capacitación y respaldos periódicos. Cerrar explicando que BaseAccess organiza información ya existente para facilitar su registro, consulta y seguimiento. Agradecer al jurado, a Venangocupet, al IUTECP y a los tutores.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76B5E3"/>
        </a:solidFill>
      </p:bgPr>
    </p:bg>
    <p:spTree>
      <p:nvGrpSpPr>
        <p:cNvPr id="1" name=""/>
        <p:cNvGrpSpPr/>
        <p:nvPr/>
      </p:nvGrpSpPr>
      <p:grpSpPr>
        <a:xfrm>
          <a:off x="0" y="0"/>
          <a:ext cx="0" cy="0"/>
          <a:chOff x="0" y="0"/>
          <a:chExt cx="0" cy="0"/>
        </a:xfrm>
      </p:grpSpPr>
      <p:sp>
        <p:nvSpPr>
          <p:cNvPr id="2" name="Shape 0"/>
          <p:cNvSpPr/>
          <p:nvPr/>
        </p:nvSpPr>
        <p:spPr>
          <a:xfrm>
            <a:off x="-1005840" y="-1280160"/>
            <a:ext cx="6583680" cy="4754880"/>
          </a:xfrm>
          <a:prstGeom prst="ellipse">
            <a:avLst/>
          </a:prstGeom>
          <a:solidFill>
            <a:srgbClr val="DFF6FF">
              <a:alpha val="82000"/>
            </a:srgbClr>
          </a:solidFill>
          <a:ln w="12700">
            <a:solidFill>
              <a:srgbClr val="DFF6FF">
                <a:alpha val="0"/>
              </a:srgbClr>
            </a:solidFill>
            <a:prstDash val="solid"/>
          </a:ln>
        </p:spPr>
      </p:sp>
      <p:sp>
        <p:nvSpPr>
          <p:cNvPr id="3" name="Shape 1"/>
          <p:cNvSpPr/>
          <p:nvPr/>
        </p:nvSpPr>
        <p:spPr>
          <a:xfrm>
            <a:off x="7955280" y="4023360"/>
            <a:ext cx="5303520" cy="3657600"/>
          </a:xfrm>
          <a:prstGeom prst="ellipse">
            <a:avLst/>
          </a:prstGeom>
          <a:solidFill>
            <a:srgbClr val="B8E2F8">
              <a:alpha val="78000"/>
            </a:srgbClr>
          </a:solidFill>
          <a:ln w="12700">
            <a:solidFill>
              <a:srgbClr val="B8E2F8">
                <a:alpha val="0"/>
              </a:srgbClr>
            </a:solidFill>
            <a:prstDash val="solid"/>
          </a:ln>
        </p:spPr>
      </p:sp>
      <p:sp>
        <p:nvSpPr>
          <p:cNvPr id="4" name="Shape 2"/>
          <p:cNvSpPr/>
          <p:nvPr/>
        </p:nvSpPr>
        <p:spPr>
          <a:xfrm>
            <a:off x="256032" y="237744"/>
            <a:ext cx="11676888" cy="6382512"/>
          </a:xfrm>
          <a:prstGeom prst="roundRect">
            <a:avLst>
              <a:gd name="adj" fmla="val 1146"/>
            </a:avLst>
          </a:prstGeom>
          <a:solidFill>
            <a:srgbClr val="EDF9FF">
              <a:alpha val="96000"/>
            </a:srgbClr>
          </a:solidFill>
          <a:ln w="17780">
            <a:solidFill>
              <a:srgbClr val="FFFFFF"/>
            </a:solidFill>
            <a:prstDash val="solid"/>
          </a:ln>
        </p:spPr>
      </p:sp>
      <p:sp>
        <p:nvSpPr>
          <p:cNvPr id="5" name="Shape 3"/>
          <p:cNvSpPr/>
          <p:nvPr/>
        </p:nvSpPr>
        <p:spPr>
          <a:xfrm>
            <a:off x="384048" y="356616"/>
            <a:ext cx="11411712" cy="530352"/>
          </a:xfrm>
          <a:prstGeom prst="roundRect">
            <a:avLst>
              <a:gd name="adj" fmla="val 10345"/>
            </a:avLst>
          </a:prstGeom>
          <a:solidFill>
            <a:srgbClr val="1F84D0"/>
          </a:solidFill>
          <a:ln w="11430">
            <a:solidFill>
              <a:srgbClr val="146EA9"/>
            </a:solidFill>
            <a:prstDash val="solid"/>
          </a:ln>
        </p:spPr>
      </p:sp>
      <p:sp>
        <p:nvSpPr>
          <p:cNvPr id="6" name="Shape 4"/>
          <p:cNvSpPr/>
          <p:nvPr/>
        </p:nvSpPr>
        <p:spPr>
          <a:xfrm>
            <a:off x="484632" y="411480"/>
            <a:ext cx="11201400" cy="118872"/>
          </a:xfrm>
          <a:prstGeom prst="roundRect">
            <a:avLst>
              <a:gd name="adj" fmla="val 30769"/>
            </a:avLst>
          </a:prstGeom>
          <a:solidFill>
            <a:srgbClr val="FFFFFF">
              <a:alpha val="38000"/>
            </a:srgbClr>
          </a:solidFill>
          <a:ln w="12700">
            <a:solidFill>
              <a:srgbClr val="FFFFFF">
                <a:alpha val="0"/>
              </a:srgbClr>
            </a:solidFill>
            <a:prstDash val="solid"/>
          </a:ln>
        </p:spPr>
      </p:sp>
      <p:sp>
        <p:nvSpPr>
          <p:cNvPr id="7" name="Shape 5"/>
          <p:cNvSpPr/>
          <p:nvPr/>
        </p:nvSpPr>
        <p:spPr>
          <a:xfrm>
            <a:off x="557784" y="466344"/>
            <a:ext cx="256032" cy="256032"/>
          </a:xfrm>
          <a:prstGeom prst="ellipse">
            <a:avLst/>
          </a:prstGeom>
          <a:solidFill>
            <a:srgbClr val="42ABF5"/>
          </a:solidFill>
          <a:ln w="8890">
            <a:solidFill>
              <a:srgbClr val="FFFFFF"/>
            </a:solidFill>
            <a:prstDash val="solid"/>
          </a:ln>
        </p:spPr>
      </p:sp>
      <p:sp>
        <p:nvSpPr>
          <p:cNvPr id="8" name="Shape 6"/>
          <p:cNvSpPr/>
          <p:nvPr/>
        </p:nvSpPr>
        <p:spPr>
          <a:xfrm>
            <a:off x="905256" y="475488"/>
            <a:ext cx="228600" cy="237744"/>
          </a:xfrm>
          <a:prstGeom prst="roundRect">
            <a:avLst>
              <a:gd name="adj" fmla="val 12000"/>
            </a:avLst>
          </a:prstGeom>
          <a:solidFill>
            <a:srgbClr val="FFFFFF">
              <a:alpha val="27000"/>
            </a:srgbClr>
          </a:solidFill>
          <a:ln w="7620">
            <a:solidFill>
              <a:srgbClr val="FFFFFF">
                <a:alpha val="65000"/>
              </a:srgbClr>
            </a:solidFill>
            <a:prstDash val="solid"/>
          </a:ln>
        </p:spPr>
      </p:sp>
      <p:sp>
        <p:nvSpPr>
          <p:cNvPr id="9" name="Text 7"/>
          <p:cNvSpPr/>
          <p:nvPr/>
        </p:nvSpPr>
        <p:spPr>
          <a:xfrm>
            <a:off x="905256" y="457200"/>
            <a:ext cx="228600" cy="210312"/>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a:t>
            </a:r>
            <a:endParaRPr lang="en-US" sz="1200" dirty="0"/>
          </a:p>
        </p:txBody>
      </p:sp>
      <p:sp>
        <p:nvSpPr>
          <p:cNvPr id="10" name="Shape 8"/>
          <p:cNvSpPr/>
          <p:nvPr/>
        </p:nvSpPr>
        <p:spPr>
          <a:xfrm>
            <a:off x="1197864" y="475488"/>
            <a:ext cx="228600" cy="237744"/>
          </a:xfrm>
          <a:prstGeom prst="roundRect">
            <a:avLst>
              <a:gd name="adj" fmla="val 12000"/>
            </a:avLst>
          </a:prstGeom>
          <a:solidFill>
            <a:srgbClr val="FFFFFF">
              <a:alpha val="27000"/>
            </a:srgbClr>
          </a:solidFill>
          <a:ln w="7620">
            <a:solidFill>
              <a:srgbClr val="FFFFFF">
                <a:alpha val="65000"/>
              </a:srgbClr>
            </a:solidFill>
            <a:prstDash val="solid"/>
          </a:ln>
        </p:spPr>
      </p:sp>
      <p:sp>
        <p:nvSpPr>
          <p:cNvPr id="11" name="Text 9"/>
          <p:cNvSpPr/>
          <p:nvPr/>
        </p:nvSpPr>
        <p:spPr>
          <a:xfrm>
            <a:off x="1197864" y="457200"/>
            <a:ext cx="228600" cy="210312"/>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a:t>
            </a:r>
            <a:endParaRPr lang="en-US" sz="1200" dirty="0"/>
          </a:p>
        </p:txBody>
      </p:sp>
      <p:sp>
        <p:nvSpPr>
          <p:cNvPr id="12" name="Shape 10"/>
          <p:cNvSpPr/>
          <p:nvPr/>
        </p:nvSpPr>
        <p:spPr>
          <a:xfrm>
            <a:off x="1572768" y="475488"/>
            <a:ext cx="7818120" cy="246888"/>
          </a:xfrm>
          <a:prstGeom prst="roundRect">
            <a:avLst>
              <a:gd name="adj" fmla="val 14815"/>
            </a:avLst>
          </a:prstGeom>
          <a:solidFill>
            <a:srgbClr val="FFFFFF">
              <a:alpha val="93000"/>
            </a:srgbClr>
          </a:solidFill>
          <a:ln w="7620">
            <a:solidFill>
              <a:srgbClr val="9ED0EC"/>
            </a:solidFill>
            <a:prstDash val="solid"/>
          </a:ln>
        </p:spPr>
      </p:sp>
      <p:sp>
        <p:nvSpPr>
          <p:cNvPr id="13" name="Text 11"/>
          <p:cNvSpPr/>
          <p:nvPr/>
        </p:nvSpPr>
        <p:spPr>
          <a:xfrm>
            <a:off x="1755648" y="507492"/>
            <a:ext cx="7452360" cy="128016"/>
          </a:xfrm>
          <a:prstGeom prst="rect">
            <a:avLst/>
          </a:prstGeom>
          <a:noFill/>
          <a:ln/>
        </p:spPr>
        <p:txBody>
          <a:bodyPr wrap="square" lIns="0" tIns="0" rIns="0" bIns="0" rtlCol="0" anchor="ctr"/>
          <a:lstStyle/>
          <a:p>
            <a:pPr indent="0" marL="0">
              <a:buNone/>
            </a:pPr>
            <a:r>
              <a:rPr lang="en-US" sz="730" spc="80" kern="0" dirty="0">
                <a:solidFill>
                  <a:srgbClr val="194C6C"/>
                </a:solidFill>
                <a:latin typeface="Noto Sans Mono" pitchFamily="34" charset="0"/>
                <a:ea typeface="Noto Sans Mono" pitchFamily="34" charset="-122"/>
                <a:cs typeface="Noto Sans Mono" pitchFamily="34" charset="-120"/>
              </a:rPr>
              <a:t>baseaccess://defensa/control-documental</a:t>
            </a:r>
            <a:endParaRPr lang="en-US" sz="730" dirty="0"/>
          </a:p>
        </p:txBody>
      </p:sp>
      <p:sp>
        <p:nvSpPr>
          <p:cNvPr id="14" name="Shape 12"/>
          <p:cNvSpPr/>
          <p:nvPr/>
        </p:nvSpPr>
        <p:spPr>
          <a:xfrm>
            <a:off x="10771632" y="502920"/>
            <a:ext cx="164592" cy="164592"/>
          </a:xfrm>
          <a:prstGeom prst="ellipse">
            <a:avLst/>
          </a:prstGeom>
          <a:solidFill>
            <a:srgbClr val="F6CA45"/>
          </a:solidFill>
          <a:ln w="6350">
            <a:solidFill>
              <a:srgbClr val="FFFFFF"/>
            </a:solidFill>
            <a:prstDash val="solid"/>
          </a:ln>
        </p:spPr>
      </p:sp>
      <p:sp>
        <p:nvSpPr>
          <p:cNvPr id="15" name="Shape 13"/>
          <p:cNvSpPr/>
          <p:nvPr/>
        </p:nvSpPr>
        <p:spPr>
          <a:xfrm>
            <a:off x="11055096" y="502920"/>
            <a:ext cx="164592" cy="164592"/>
          </a:xfrm>
          <a:prstGeom prst="ellipse">
            <a:avLst/>
          </a:prstGeom>
          <a:solidFill>
            <a:srgbClr val="72C81D"/>
          </a:solidFill>
          <a:ln w="6350">
            <a:solidFill>
              <a:srgbClr val="FFFFFF"/>
            </a:solidFill>
            <a:prstDash val="solid"/>
          </a:ln>
        </p:spPr>
      </p:sp>
      <p:sp>
        <p:nvSpPr>
          <p:cNvPr id="16" name="Shape 14"/>
          <p:cNvSpPr/>
          <p:nvPr/>
        </p:nvSpPr>
        <p:spPr>
          <a:xfrm>
            <a:off x="11338560" y="502920"/>
            <a:ext cx="164592" cy="164592"/>
          </a:xfrm>
          <a:prstGeom prst="ellipse">
            <a:avLst/>
          </a:prstGeom>
          <a:solidFill>
            <a:srgbClr val="F06A78"/>
          </a:solidFill>
          <a:ln w="6350">
            <a:solidFill>
              <a:srgbClr val="FFFFFF"/>
            </a:solidFill>
            <a:prstDash val="solid"/>
          </a:ln>
        </p:spPr>
      </p:sp>
      <p:sp>
        <p:nvSpPr>
          <p:cNvPr id="17" name="Shape 15"/>
          <p:cNvSpPr/>
          <p:nvPr/>
        </p:nvSpPr>
        <p:spPr>
          <a:xfrm>
            <a:off x="658368" y="1078992"/>
            <a:ext cx="2148840" cy="658368"/>
          </a:xfrm>
          <a:prstGeom prst="roundRect">
            <a:avLst>
              <a:gd name="adj" fmla="val 5556"/>
            </a:avLst>
          </a:prstGeom>
          <a:solidFill>
            <a:srgbClr val="FFFFFF"/>
          </a:solidFill>
          <a:ln w="12700">
            <a:solidFill>
              <a:srgbClr val="FFFFFF"/>
            </a:solidFill>
            <a:prstDash val="solid"/>
          </a:ln>
        </p:spPr>
      </p:sp>
      <p:pic>
        <p:nvPicPr>
          <p:cNvPr id="18" name="Image 0" descr="/home/user/Documentos/tarea_pasantia/compartido/iutecp.png">    </p:cNvPr>
          <p:cNvPicPr>
            <a:picLocks noChangeAspect="1"/>
          </p:cNvPicPr>
          <p:nvPr/>
        </p:nvPicPr>
        <p:blipFill>
          <a:blip r:embed="rId1"/>
          <a:stretch>
            <a:fillRect/>
          </a:stretch>
        </p:blipFill>
        <p:spPr>
          <a:xfrm>
            <a:off x="1107955" y="1207008"/>
            <a:ext cx="1249665" cy="402336"/>
          </a:xfrm>
          <a:prstGeom prst="rect">
            <a:avLst/>
          </a:prstGeom>
        </p:spPr>
      </p:pic>
      <p:sp>
        <p:nvSpPr>
          <p:cNvPr id="19" name="Text 16"/>
          <p:cNvSpPr/>
          <p:nvPr/>
        </p:nvSpPr>
        <p:spPr>
          <a:xfrm>
            <a:off x="2999232" y="1051560"/>
            <a:ext cx="6126480" cy="731520"/>
          </a:xfrm>
          <a:prstGeom prst="rect">
            <a:avLst/>
          </a:prstGeom>
          <a:noFill/>
          <a:ln/>
        </p:spPr>
        <p:txBody>
          <a:bodyPr wrap="square" lIns="254" tIns="254" rIns="254" bIns="254" rtlCol="0" anchor="ctr"/>
          <a:lstStyle/>
          <a:p>
            <a:pPr algn="ctr" indent="0" marL="0">
              <a:buNone/>
            </a:pPr>
            <a:r>
              <a:rPr lang="en-US" sz="680" b="1" dirty="0">
                <a:solidFill>
                  <a:srgbClr val="194C6C"/>
                </a:solidFill>
                <a:latin typeface="Noto Sans" pitchFamily="34" charset="0"/>
                <a:ea typeface="Noto Sans" pitchFamily="34" charset="-122"/>
                <a:cs typeface="Noto Sans" pitchFamily="34" charset="-120"/>
              </a:rPr>
              <a:t>REPÚBLICA BOLIVARIANA DE VENEZUELA</a:t>
            </a:r>
            <a:endParaRPr lang="en-US" sz="680" dirty="0"/>
          </a:p>
          <a:p>
            <a:pPr algn="ctr" indent="0" marL="0">
              <a:buNone/>
            </a:pPr>
            <a:r>
              <a:rPr lang="en-US" sz="680" b="1" dirty="0">
                <a:solidFill>
                  <a:srgbClr val="194C6C"/>
                </a:solidFill>
                <a:latin typeface="Noto Sans" pitchFamily="34" charset="0"/>
                <a:ea typeface="Noto Sans" pitchFamily="34" charset="-122"/>
                <a:cs typeface="Noto Sans" pitchFamily="34" charset="-120"/>
              </a:rPr>
              <a:t>MINISTERIO DEL PODER POPULAR PARA LA EDUCACIÓN UNIVERSITARIA</a:t>
            </a:r>
            <a:endParaRPr lang="en-US" sz="680" dirty="0"/>
          </a:p>
          <a:p>
            <a:pPr algn="ctr" indent="0" marL="0">
              <a:buNone/>
            </a:pPr>
            <a:r>
              <a:rPr lang="en-US" sz="680" b="1" dirty="0">
                <a:solidFill>
                  <a:srgbClr val="194C6C"/>
                </a:solidFill>
                <a:latin typeface="Noto Sans" pitchFamily="34" charset="0"/>
                <a:ea typeface="Noto Sans" pitchFamily="34" charset="-122"/>
                <a:cs typeface="Noto Sans" pitchFamily="34" charset="-120"/>
              </a:rPr>
              <a:t>INSTITUTO UNIVERSITARIO DE TECNOLOGÍA “ELÍAS CALIXTO POMPA”</a:t>
            </a:r>
            <a:endParaRPr lang="en-US" sz="680" dirty="0"/>
          </a:p>
          <a:p>
            <a:pPr algn="ctr" indent="0" marL="0">
              <a:buNone/>
            </a:pPr>
            <a:r>
              <a:rPr lang="en-US" sz="680" b="1" dirty="0">
                <a:solidFill>
                  <a:srgbClr val="194C6C"/>
                </a:solidFill>
                <a:latin typeface="Noto Sans" pitchFamily="34" charset="0"/>
                <a:ea typeface="Noto Sans" pitchFamily="34" charset="-122"/>
                <a:cs typeface="Noto Sans" pitchFamily="34" charset="-120"/>
              </a:rPr>
              <a:t>EL TIGRE · ESTADO ANZOÁTEGUI</a:t>
            </a:r>
            <a:endParaRPr lang="en-US" sz="680" dirty="0"/>
          </a:p>
        </p:txBody>
      </p:sp>
      <p:sp>
        <p:nvSpPr>
          <p:cNvPr id="20" name="Shape 17"/>
          <p:cNvSpPr/>
          <p:nvPr/>
        </p:nvSpPr>
        <p:spPr>
          <a:xfrm>
            <a:off x="9646920" y="1024128"/>
            <a:ext cx="1444752" cy="1444752"/>
          </a:xfrm>
          <a:prstGeom prst="roundRect">
            <a:avLst>
              <a:gd name="adj" fmla="val 5063"/>
            </a:avLst>
          </a:prstGeom>
          <a:solidFill>
            <a:srgbClr val="FFFFFF"/>
          </a:solidFill>
          <a:ln w="12700">
            <a:solidFill>
              <a:srgbClr val="FFFFFF"/>
            </a:solidFill>
            <a:prstDash val="solid"/>
          </a:ln>
        </p:spPr>
      </p:sp>
      <p:pic>
        <p:nvPicPr>
          <p:cNvPr id="21" name="Image 1" descr="/home/user/Documentos/tarea_pasantia/juliano/imagenes/logo.png">    </p:cNvPr>
          <p:cNvPicPr>
            <a:picLocks noChangeAspect="1"/>
          </p:cNvPicPr>
          <p:nvPr/>
        </p:nvPicPr>
        <p:blipFill>
          <a:blip r:embed="rId2"/>
          <a:stretch>
            <a:fillRect/>
          </a:stretch>
        </p:blipFill>
        <p:spPr>
          <a:xfrm>
            <a:off x="9774936" y="1152144"/>
            <a:ext cx="1188720" cy="1188720"/>
          </a:xfrm>
          <a:prstGeom prst="rect">
            <a:avLst/>
          </a:prstGeom>
        </p:spPr>
      </p:pic>
      <p:sp>
        <p:nvSpPr>
          <p:cNvPr id="22" name="Text 18"/>
          <p:cNvSpPr/>
          <p:nvPr/>
        </p:nvSpPr>
        <p:spPr>
          <a:xfrm>
            <a:off x="914400" y="2148840"/>
            <a:ext cx="10332720" cy="1874520"/>
          </a:xfrm>
          <a:prstGeom prst="rect">
            <a:avLst/>
          </a:prstGeom>
          <a:noFill/>
          <a:ln/>
        </p:spPr>
        <p:txBody>
          <a:bodyPr wrap="square" lIns="0" tIns="0" rIns="0" bIns="0" rtlCol="0" anchor="ctr"/>
          <a:lstStyle/>
          <a:p>
            <a:pPr algn="ctr" indent="0" marL="0">
              <a:buNone/>
            </a:pPr>
            <a:r>
              <a:rPr lang="en-US" sz="2350" b="1" dirty="0">
                <a:solidFill>
                  <a:srgbClr val="17384D"/>
                </a:solidFill>
                <a:latin typeface="Trebuchet MS" pitchFamily="34" charset="0"/>
                <a:ea typeface="Trebuchet MS" pitchFamily="34" charset="-122"/>
                <a:cs typeface="Trebuchet MS" pitchFamily="34" charset="-120"/>
              </a:rPr>
              <a:t>DESARROLLO DE UN PROTOTIPO DE SISTEMA PARA EL CONTROL, TRAZABILIDAD Y REPORTE DOCUMENTAL EN LA PRESIDENCIA DE LA EMPRESA MIXTA PETROLERA VENANGOCUPET, S.A.</a:t>
            </a:r>
            <a:endParaRPr lang="en-US" sz="2350" dirty="0"/>
          </a:p>
        </p:txBody>
      </p:sp>
      <p:sp>
        <p:nvSpPr>
          <p:cNvPr id="23" name="Shape 19"/>
          <p:cNvSpPr/>
          <p:nvPr/>
        </p:nvSpPr>
        <p:spPr>
          <a:xfrm>
            <a:off x="758952" y="4443984"/>
            <a:ext cx="4983480" cy="1170432"/>
          </a:xfrm>
          <a:prstGeom prst="roundRect">
            <a:avLst>
              <a:gd name="adj" fmla="val 3906"/>
            </a:avLst>
          </a:prstGeom>
          <a:solidFill>
            <a:srgbClr val="FFFFFF">
              <a:alpha val="84000"/>
            </a:srgbClr>
          </a:solidFill>
          <a:ln w="11430">
            <a:solidFill>
              <a:srgbClr val="FFFFFF"/>
            </a:solidFill>
            <a:prstDash val="solid"/>
          </a:ln>
        </p:spPr>
      </p:sp>
      <p:sp>
        <p:nvSpPr>
          <p:cNvPr id="24" name="Text 20"/>
          <p:cNvSpPr/>
          <p:nvPr/>
        </p:nvSpPr>
        <p:spPr>
          <a:xfrm>
            <a:off x="987552" y="4608576"/>
            <a:ext cx="4526280" cy="850392"/>
          </a:xfrm>
          <a:prstGeom prst="rect">
            <a:avLst/>
          </a:prstGeom>
          <a:noFill/>
          <a:ln/>
        </p:spPr>
        <p:txBody>
          <a:bodyPr wrap="square" lIns="0" tIns="0" rIns="0" bIns="0" rtlCol="0" anchor="ctr"/>
          <a:lstStyle/>
          <a:p>
            <a:pPr indent="0" marL="0">
              <a:buNone/>
            </a:pPr>
            <a:r>
              <a:rPr lang="en-US" sz="700" b="1" dirty="0">
                <a:solidFill>
                  <a:srgbClr val="1F84D0"/>
                </a:solidFill>
                <a:latin typeface="Noto Sans Mono" pitchFamily="34" charset="0"/>
                <a:ea typeface="Noto Sans Mono" pitchFamily="34" charset="-122"/>
                <a:cs typeface="Noto Sans Mono" pitchFamily="34" charset="-120"/>
              </a:rPr>
              <a:t>TUTOR INDUSTRIAL
</a:t>
            </a:r>
            <a:pPr indent="0" marL="0">
              <a:buNone/>
            </a:pPr>
            <a:r>
              <a:rPr lang="en-US" sz="950" dirty="0">
                <a:solidFill>
                  <a:srgbClr val="17384D"/>
                </a:solidFill>
                <a:latin typeface="Noto Sans" pitchFamily="34" charset="0"/>
                <a:ea typeface="Noto Sans" pitchFamily="34" charset="-122"/>
                <a:cs typeface="Noto Sans" pitchFamily="34" charset="-120"/>
              </a:rPr>
              <a:t>Ing. Yasmin Sabaneta · C.I. 14.187.924
</a:t>
            </a:r>
            <a:pPr indent="0" marL="0">
              <a:buNone/>
            </a:pPr>
            <a:r>
              <a:rPr lang="en-US" sz="700" b="1" dirty="0">
                <a:solidFill>
                  <a:srgbClr val="1F84D0"/>
                </a:solidFill>
                <a:latin typeface="Noto Sans Mono" pitchFamily="34" charset="0"/>
                <a:ea typeface="Noto Sans Mono" pitchFamily="34" charset="-122"/>
                <a:cs typeface="Noto Sans Mono" pitchFamily="34" charset="-120"/>
              </a:rPr>
              <a:t>TUTOR ACADÉMICO
</a:t>
            </a:r>
            <a:pPr indent="0" marL="0">
              <a:buNone/>
            </a:pPr>
            <a:r>
              <a:rPr lang="en-US" sz="950" dirty="0">
                <a:solidFill>
                  <a:srgbClr val="17384D"/>
                </a:solidFill>
                <a:latin typeface="Noto Sans" pitchFamily="34" charset="0"/>
                <a:ea typeface="Noto Sans" pitchFamily="34" charset="-122"/>
                <a:cs typeface="Noto Sans" pitchFamily="34" charset="-120"/>
              </a:rPr>
              <a:t>Ing. José Mejías · C.I. 4.273.815</a:t>
            </a:r>
            <a:endParaRPr lang="en-US" sz="700" dirty="0"/>
          </a:p>
        </p:txBody>
      </p:sp>
      <p:sp>
        <p:nvSpPr>
          <p:cNvPr id="25" name="Shape 21"/>
          <p:cNvSpPr/>
          <p:nvPr/>
        </p:nvSpPr>
        <p:spPr>
          <a:xfrm>
            <a:off x="6446520" y="4443984"/>
            <a:ext cx="4983480" cy="1170432"/>
          </a:xfrm>
          <a:prstGeom prst="roundRect">
            <a:avLst>
              <a:gd name="adj" fmla="val 3906"/>
            </a:avLst>
          </a:prstGeom>
          <a:solidFill>
            <a:srgbClr val="FFFFFF">
              <a:alpha val="84000"/>
            </a:srgbClr>
          </a:solidFill>
          <a:ln w="11430">
            <a:solidFill>
              <a:srgbClr val="FFFFFF"/>
            </a:solidFill>
            <a:prstDash val="solid"/>
          </a:ln>
        </p:spPr>
      </p:sp>
      <p:sp>
        <p:nvSpPr>
          <p:cNvPr id="26" name="Text 22"/>
          <p:cNvSpPr/>
          <p:nvPr/>
        </p:nvSpPr>
        <p:spPr>
          <a:xfrm>
            <a:off x="6720840" y="4590288"/>
            <a:ext cx="4434840" cy="841248"/>
          </a:xfrm>
          <a:prstGeom prst="rect">
            <a:avLst/>
          </a:prstGeom>
          <a:noFill/>
          <a:ln/>
        </p:spPr>
        <p:txBody>
          <a:bodyPr wrap="square" lIns="0" tIns="0" rIns="0" bIns="0" rtlCol="0" anchor="ctr"/>
          <a:lstStyle/>
          <a:p>
            <a:pPr algn="r" indent="0" marL="0">
              <a:buNone/>
            </a:pPr>
            <a:r>
              <a:rPr lang="en-US" sz="700" b="1" dirty="0">
                <a:solidFill>
                  <a:srgbClr val="1F84D0"/>
                </a:solidFill>
                <a:latin typeface="Noto Sans Mono" pitchFamily="34" charset="0"/>
                <a:ea typeface="Noto Sans Mono" pitchFamily="34" charset="-122"/>
                <a:cs typeface="Noto Sans Mono" pitchFamily="34" charset="-120"/>
              </a:rPr>
              <a:t>AUTOR
</a:t>
            </a:r>
            <a:pPr algn="r" indent="0" marL="0">
              <a:buNone/>
            </a:pPr>
            <a:r>
              <a:rPr lang="en-US" sz="1500" b="1" dirty="0">
                <a:solidFill>
                  <a:srgbClr val="17384D"/>
                </a:solidFill>
                <a:latin typeface="Trebuchet MS" pitchFamily="34" charset="0"/>
                <a:ea typeface="Trebuchet MS" pitchFamily="34" charset="-122"/>
                <a:cs typeface="Trebuchet MS" pitchFamily="34" charset="-120"/>
              </a:rPr>
              <a:t>Juliano Cardona
</a:t>
            </a:r>
            <a:pPr algn="r" indent="0" marL="0">
              <a:buNone/>
            </a:pPr>
            <a:r>
              <a:rPr lang="en-US" sz="950" dirty="0">
                <a:solidFill>
                  <a:srgbClr val="5B7382"/>
                </a:solidFill>
                <a:latin typeface="Noto Sans" pitchFamily="34" charset="0"/>
                <a:ea typeface="Noto Sans" pitchFamily="34" charset="-122"/>
                <a:cs typeface="Noto Sans" pitchFamily="34" charset="-120"/>
              </a:rPr>
              <a:t>C.I. 32.281.199 · Informática · IUTECP · 2026</a:t>
            </a:r>
            <a:endParaRPr lang="en-US" sz="700" dirty="0"/>
          </a:p>
        </p:txBody>
      </p:sp>
      <p:sp>
        <p:nvSpPr>
          <p:cNvPr id="27" name="Shape 23"/>
          <p:cNvSpPr/>
          <p:nvPr/>
        </p:nvSpPr>
        <p:spPr>
          <a:xfrm>
            <a:off x="402336" y="6236208"/>
            <a:ext cx="11384280" cy="246888"/>
          </a:xfrm>
          <a:prstGeom prst="roundRect">
            <a:avLst>
              <a:gd name="adj" fmla="val 12963"/>
            </a:avLst>
          </a:prstGeom>
          <a:solidFill>
            <a:srgbClr val="D7EEFA">
              <a:alpha val="88000"/>
            </a:srgbClr>
          </a:solidFill>
          <a:ln w="7620">
            <a:solidFill>
              <a:srgbClr val="9ED0EC"/>
            </a:solidFill>
            <a:prstDash val="solid"/>
          </a:ln>
        </p:spPr>
      </p:sp>
      <p:sp>
        <p:nvSpPr>
          <p:cNvPr id="28" name="Shape 24"/>
          <p:cNvSpPr/>
          <p:nvPr/>
        </p:nvSpPr>
        <p:spPr>
          <a:xfrm>
            <a:off x="576072" y="6304788"/>
            <a:ext cx="109728" cy="109728"/>
          </a:xfrm>
          <a:prstGeom prst="ellipse">
            <a:avLst/>
          </a:prstGeom>
          <a:solidFill>
            <a:srgbClr val="72C81D"/>
          </a:solidFill>
          <a:ln w="6350">
            <a:solidFill>
              <a:srgbClr val="438C0D"/>
            </a:solidFill>
            <a:prstDash val="solid"/>
          </a:ln>
        </p:spPr>
      </p:sp>
      <p:sp>
        <p:nvSpPr>
          <p:cNvPr id="29" name="Text 25"/>
          <p:cNvSpPr/>
          <p:nvPr/>
        </p:nvSpPr>
        <p:spPr>
          <a:xfrm>
            <a:off x="768096" y="6286500"/>
            <a:ext cx="8961120" cy="118872"/>
          </a:xfrm>
          <a:prstGeom prst="rect">
            <a:avLst/>
          </a:prstGeom>
          <a:noFill/>
          <a:ln/>
        </p:spPr>
        <p:txBody>
          <a:bodyPr wrap="square" lIns="0" tIns="0" rIns="0" bIns="0" rtlCol="0" anchor="ctr"/>
          <a:lstStyle/>
          <a:p>
            <a:pPr indent="0" marL="0">
              <a:buNone/>
            </a:pPr>
            <a:r>
              <a:rPr lang="en-US" sz="680" dirty="0">
                <a:solidFill>
                  <a:srgbClr val="194C6C"/>
                </a:solidFill>
                <a:latin typeface="Noto Sans Mono" pitchFamily="34" charset="0"/>
                <a:ea typeface="Noto Sans Mono" pitchFamily="34" charset="-122"/>
                <a:cs typeface="Noto Sans Mono" pitchFamily="34" charset="-120"/>
              </a:rPr>
              <a:t>BASEACCESS · prototipo funcional · defensa de pasantías</a:t>
            </a:r>
            <a:endParaRPr lang="en-US" sz="680" dirty="0"/>
          </a:p>
        </p:txBody>
      </p:sp>
      <p:sp>
        <p:nvSpPr>
          <p:cNvPr id="30" name="Text 26"/>
          <p:cNvSpPr/>
          <p:nvPr/>
        </p:nvSpPr>
        <p:spPr>
          <a:xfrm>
            <a:off x="10652760" y="6281928"/>
            <a:ext cx="822960" cy="128016"/>
          </a:xfrm>
          <a:prstGeom prst="rect">
            <a:avLst/>
          </a:prstGeom>
          <a:noFill/>
          <a:ln/>
        </p:spPr>
        <p:txBody>
          <a:bodyPr wrap="square" lIns="0" tIns="0" rIns="0" bIns="0" rtlCol="0" anchor="ctr"/>
          <a:lstStyle/>
          <a:p>
            <a:pPr algn="r" indent="0" marL="0">
              <a:buNone/>
            </a:pPr>
            <a:r>
              <a:rPr lang="en-US" sz="680" b="1" dirty="0">
                <a:solidFill>
                  <a:srgbClr val="194C6C"/>
                </a:solidFill>
                <a:latin typeface="Noto Sans Mono" pitchFamily="34" charset="0"/>
                <a:ea typeface="Noto Sans Mono" pitchFamily="34" charset="-122"/>
                <a:cs typeface="Noto Sans Mono" pitchFamily="34" charset="-120"/>
              </a:rPr>
              <a:t>01 / 10</a:t>
            </a:r>
            <a:endParaRPr lang="en-US" sz="68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76B5E3"/>
        </a:solidFill>
      </p:bgPr>
    </p:bg>
    <p:spTree>
      <p:nvGrpSpPr>
        <p:cNvPr id="1" name=""/>
        <p:cNvGrpSpPr/>
        <p:nvPr/>
      </p:nvGrpSpPr>
      <p:grpSpPr>
        <a:xfrm>
          <a:off x="0" y="0"/>
          <a:ext cx="0" cy="0"/>
          <a:chOff x="0" y="0"/>
          <a:chExt cx="0" cy="0"/>
        </a:xfrm>
      </p:grpSpPr>
      <p:sp>
        <p:nvSpPr>
          <p:cNvPr id="2" name="Shape 0"/>
          <p:cNvSpPr/>
          <p:nvPr/>
        </p:nvSpPr>
        <p:spPr>
          <a:xfrm>
            <a:off x="-1005840" y="-1280160"/>
            <a:ext cx="6583680" cy="4754880"/>
          </a:xfrm>
          <a:prstGeom prst="ellipse">
            <a:avLst/>
          </a:prstGeom>
          <a:solidFill>
            <a:srgbClr val="DFF6FF">
              <a:alpha val="82000"/>
            </a:srgbClr>
          </a:solidFill>
          <a:ln w="12700">
            <a:solidFill>
              <a:srgbClr val="DFF6FF">
                <a:alpha val="0"/>
              </a:srgbClr>
            </a:solidFill>
            <a:prstDash val="solid"/>
          </a:ln>
        </p:spPr>
      </p:sp>
      <p:sp>
        <p:nvSpPr>
          <p:cNvPr id="3" name="Shape 1"/>
          <p:cNvSpPr/>
          <p:nvPr/>
        </p:nvSpPr>
        <p:spPr>
          <a:xfrm>
            <a:off x="7955280" y="4023360"/>
            <a:ext cx="5303520" cy="3657600"/>
          </a:xfrm>
          <a:prstGeom prst="ellipse">
            <a:avLst/>
          </a:prstGeom>
          <a:solidFill>
            <a:srgbClr val="B8E2F8">
              <a:alpha val="78000"/>
            </a:srgbClr>
          </a:solidFill>
          <a:ln w="12700">
            <a:solidFill>
              <a:srgbClr val="B8E2F8">
                <a:alpha val="0"/>
              </a:srgbClr>
            </a:solidFill>
            <a:prstDash val="solid"/>
          </a:ln>
        </p:spPr>
      </p:sp>
      <p:sp>
        <p:nvSpPr>
          <p:cNvPr id="4" name="Shape 2"/>
          <p:cNvSpPr/>
          <p:nvPr/>
        </p:nvSpPr>
        <p:spPr>
          <a:xfrm>
            <a:off x="256032" y="237744"/>
            <a:ext cx="11676888" cy="6382512"/>
          </a:xfrm>
          <a:prstGeom prst="roundRect">
            <a:avLst>
              <a:gd name="adj" fmla="val 1146"/>
            </a:avLst>
          </a:prstGeom>
          <a:solidFill>
            <a:srgbClr val="EDF9FF">
              <a:alpha val="96000"/>
            </a:srgbClr>
          </a:solidFill>
          <a:ln w="17780">
            <a:solidFill>
              <a:srgbClr val="FFFFFF"/>
            </a:solidFill>
            <a:prstDash val="solid"/>
          </a:ln>
        </p:spPr>
      </p:sp>
      <p:sp>
        <p:nvSpPr>
          <p:cNvPr id="5" name="Shape 3"/>
          <p:cNvSpPr/>
          <p:nvPr/>
        </p:nvSpPr>
        <p:spPr>
          <a:xfrm>
            <a:off x="384048" y="356616"/>
            <a:ext cx="11411712" cy="530352"/>
          </a:xfrm>
          <a:prstGeom prst="roundRect">
            <a:avLst>
              <a:gd name="adj" fmla="val 10345"/>
            </a:avLst>
          </a:prstGeom>
          <a:solidFill>
            <a:srgbClr val="1F84D0"/>
          </a:solidFill>
          <a:ln w="11430">
            <a:solidFill>
              <a:srgbClr val="146EA9"/>
            </a:solidFill>
            <a:prstDash val="solid"/>
          </a:ln>
        </p:spPr>
      </p:sp>
      <p:sp>
        <p:nvSpPr>
          <p:cNvPr id="6" name="Shape 4"/>
          <p:cNvSpPr/>
          <p:nvPr/>
        </p:nvSpPr>
        <p:spPr>
          <a:xfrm>
            <a:off x="484632" y="411480"/>
            <a:ext cx="11201400" cy="118872"/>
          </a:xfrm>
          <a:prstGeom prst="roundRect">
            <a:avLst>
              <a:gd name="adj" fmla="val 30769"/>
            </a:avLst>
          </a:prstGeom>
          <a:solidFill>
            <a:srgbClr val="FFFFFF">
              <a:alpha val="38000"/>
            </a:srgbClr>
          </a:solidFill>
          <a:ln w="12700">
            <a:solidFill>
              <a:srgbClr val="FFFFFF">
                <a:alpha val="0"/>
              </a:srgbClr>
            </a:solidFill>
            <a:prstDash val="solid"/>
          </a:ln>
        </p:spPr>
      </p:sp>
      <p:sp>
        <p:nvSpPr>
          <p:cNvPr id="7" name="Shape 5"/>
          <p:cNvSpPr/>
          <p:nvPr/>
        </p:nvSpPr>
        <p:spPr>
          <a:xfrm>
            <a:off x="557784" y="466344"/>
            <a:ext cx="256032" cy="256032"/>
          </a:xfrm>
          <a:prstGeom prst="ellipse">
            <a:avLst/>
          </a:prstGeom>
          <a:solidFill>
            <a:srgbClr val="42ABF5"/>
          </a:solidFill>
          <a:ln w="8890">
            <a:solidFill>
              <a:srgbClr val="FFFFFF"/>
            </a:solidFill>
            <a:prstDash val="solid"/>
          </a:ln>
        </p:spPr>
      </p:sp>
      <p:sp>
        <p:nvSpPr>
          <p:cNvPr id="8" name="Shape 6"/>
          <p:cNvSpPr/>
          <p:nvPr/>
        </p:nvSpPr>
        <p:spPr>
          <a:xfrm>
            <a:off x="905256" y="475488"/>
            <a:ext cx="228600" cy="237744"/>
          </a:xfrm>
          <a:prstGeom prst="roundRect">
            <a:avLst>
              <a:gd name="adj" fmla="val 12000"/>
            </a:avLst>
          </a:prstGeom>
          <a:solidFill>
            <a:srgbClr val="FFFFFF">
              <a:alpha val="27000"/>
            </a:srgbClr>
          </a:solidFill>
          <a:ln w="7620">
            <a:solidFill>
              <a:srgbClr val="FFFFFF">
                <a:alpha val="65000"/>
              </a:srgbClr>
            </a:solidFill>
            <a:prstDash val="solid"/>
          </a:ln>
        </p:spPr>
      </p:sp>
      <p:sp>
        <p:nvSpPr>
          <p:cNvPr id="9" name="Text 7"/>
          <p:cNvSpPr/>
          <p:nvPr/>
        </p:nvSpPr>
        <p:spPr>
          <a:xfrm>
            <a:off x="905256" y="457200"/>
            <a:ext cx="228600" cy="210312"/>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a:t>
            </a:r>
            <a:endParaRPr lang="en-US" sz="1200" dirty="0"/>
          </a:p>
        </p:txBody>
      </p:sp>
      <p:sp>
        <p:nvSpPr>
          <p:cNvPr id="10" name="Shape 8"/>
          <p:cNvSpPr/>
          <p:nvPr/>
        </p:nvSpPr>
        <p:spPr>
          <a:xfrm>
            <a:off x="1197864" y="475488"/>
            <a:ext cx="228600" cy="237744"/>
          </a:xfrm>
          <a:prstGeom prst="roundRect">
            <a:avLst>
              <a:gd name="adj" fmla="val 12000"/>
            </a:avLst>
          </a:prstGeom>
          <a:solidFill>
            <a:srgbClr val="FFFFFF">
              <a:alpha val="27000"/>
            </a:srgbClr>
          </a:solidFill>
          <a:ln w="7620">
            <a:solidFill>
              <a:srgbClr val="FFFFFF">
                <a:alpha val="65000"/>
              </a:srgbClr>
            </a:solidFill>
            <a:prstDash val="solid"/>
          </a:ln>
        </p:spPr>
      </p:sp>
      <p:sp>
        <p:nvSpPr>
          <p:cNvPr id="11" name="Text 9"/>
          <p:cNvSpPr/>
          <p:nvPr/>
        </p:nvSpPr>
        <p:spPr>
          <a:xfrm>
            <a:off x="1197864" y="457200"/>
            <a:ext cx="228600" cy="210312"/>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a:t>
            </a:r>
            <a:endParaRPr lang="en-US" sz="1200" dirty="0"/>
          </a:p>
        </p:txBody>
      </p:sp>
      <p:sp>
        <p:nvSpPr>
          <p:cNvPr id="12" name="Shape 10"/>
          <p:cNvSpPr/>
          <p:nvPr/>
        </p:nvSpPr>
        <p:spPr>
          <a:xfrm>
            <a:off x="1572768" y="475488"/>
            <a:ext cx="7818120" cy="246888"/>
          </a:xfrm>
          <a:prstGeom prst="roundRect">
            <a:avLst>
              <a:gd name="adj" fmla="val 14815"/>
            </a:avLst>
          </a:prstGeom>
          <a:solidFill>
            <a:srgbClr val="FFFFFF">
              <a:alpha val="93000"/>
            </a:srgbClr>
          </a:solidFill>
          <a:ln w="7620">
            <a:solidFill>
              <a:srgbClr val="9ED0EC"/>
            </a:solidFill>
            <a:prstDash val="solid"/>
          </a:ln>
        </p:spPr>
      </p:sp>
      <p:sp>
        <p:nvSpPr>
          <p:cNvPr id="13" name="Text 11"/>
          <p:cNvSpPr/>
          <p:nvPr/>
        </p:nvSpPr>
        <p:spPr>
          <a:xfrm>
            <a:off x="1755648" y="507492"/>
            <a:ext cx="7452360" cy="128016"/>
          </a:xfrm>
          <a:prstGeom prst="rect">
            <a:avLst/>
          </a:prstGeom>
          <a:noFill/>
          <a:ln/>
        </p:spPr>
        <p:txBody>
          <a:bodyPr wrap="square" lIns="0" tIns="0" rIns="0" bIns="0" rtlCol="0" anchor="ctr"/>
          <a:lstStyle/>
          <a:p>
            <a:pPr indent="0" marL="0">
              <a:buNone/>
            </a:pPr>
            <a:r>
              <a:rPr lang="en-US" sz="730" spc="80" kern="0" dirty="0">
                <a:solidFill>
                  <a:srgbClr val="194C6C"/>
                </a:solidFill>
                <a:latin typeface="Noto Sans Mono" pitchFamily="34" charset="0"/>
                <a:ea typeface="Noto Sans Mono" pitchFamily="34" charset="-122"/>
                <a:cs typeface="Noto Sans Mono" pitchFamily="34" charset="-120"/>
              </a:rPr>
              <a:t>baseaccess://defensa/agenda</a:t>
            </a:r>
            <a:endParaRPr lang="en-US" sz="730" dirty="0"/>
          </a:p>
        </p:txBody>
      </p:sp>
      <p:sp>
        <p:nvSpPr>
          <p:cNvPr id="14" name="Shape 12"/>
          <p:cNvSpPr/>
          <p:nvPr/>
        </p:nvSpPr>
        <p:spPr>
          <a:xfrm>
            <a:off x="10771632" y="502920"/>
            <a:ext cx="164592" cy="164592"/>
          </a:xfrm>
          <a:prstGeom prst="ellipse">
            <a:avLst/>
          </a:prstGeom>
          <a:solidFill>
            <a:srgbClr val="F6CA45"/>
          </a:solidFill>
          <a:ln w="6350">
            <a:solidFill>
              <a:srgbClr val="FFFFFF"/>
            </a:solidFill>
            <a:prstDash val="solid"/>
          </a:ln>
        </p:spPr>
      </p:sp>
      <p:sp>
        <p:nvSpPr>
          <p:cNvPr id="15" name="Shape 13"/>
          <p:cNvSpPr/>
          <p:nvPr/>
        </p:nvSpPr>
        <p:spPr>
          <a:xfrm>
            <a:off x="11055096" y="502920"/>
            <a:ext cx="164592" cy="164592"/>
          </a:xfrm>
          <a:prstGeom prst="ellipse">
            <a:avLst/>
          </a:prstGeom>
          <a:solidFill>
            <a:srgbClr val="72C81D"/>
          </a:solidFill>
          <a:ln w="6350">
            <a:solidFill>
              <a:srgbClr val="FFFFFF"/>
            </a:solidFill>
            <a:prstDash val="solid"/>
          </a:ln>
        </p:spPr>
      </p:sp>
      <p:sp>
        <p:nvSpPr>
          <p:cNvPr id="16" name="Shape 14"/>
          <p:cNvSpPr/>
          <p:nvPr/>
        </p:nvSpPr>
        <p:spPr>
          <a:xfrm>
            <a:off x="11338560" y="502920"/>
            <a:ext cx="164592" cy="164592"/>
          </a:xfrm>
          <a:prstGeom prst="ellipse">
            <a:avLst/>
          </a:prstGeom>
          <a:solidFill>
            <a:srgbClr val="F06A78"/>
          </a:solidFill>
          <a:ln w="6350">
            <a:solidFill>
              <a:srgbClr val="FFFFFF"/>
            </a:solidFill>
            <a:prstDash val="solid"/>
          </a:ln>
        </p:spPr>
      </p:sp>
      <p:sp>
        <p:nvSpPr>
          <p:cNvPr id="17" name="Shape 15"/>
          <p:cNvSpPr/>
          <p:nvPr/>
        </p:nvSpPr>
        <p:spPr>
          <a:xfrm>
            <a:off x="585216" y="932688"/>
            <a:ext cx="2011680" cy="347472"/>
          </a:xfrm>
          <a:prstGeom prst="roundRect">
            <a:avLst>
              <a:gd name="adj" fmla="val 10526"/>
            </a:avLst>
          </a:prstGeom>
          <a:solidFill>
            <a:srgbClr val="D7EEFA">
              <a:alpha val="85000"/>
            </a:srgbClr>
          </a:solidFill>
          <a:ln w="8890">
            <a:solidFill>
              <a:srgbClr val="9ED0EC"/>
            </a:solidFill>
            <a:prstDash val="solid"/>
          </a:ln>
        </p:spPr>
      </p:sp>
      <p:sp>
        <p:nvSpPr>
          <p:cNvPr id="18" name="Text 16"/>
          <p:cNvSpPr/>
          <p:nvPr/>
        </p:nvSpPr>
        <p:spPr>
          <a:xfrm>
            <a:off x="658368" y="1019556"/>
            <a:ext cx="1865376" cy="137160"/>
          </a:xfrm>
          <a:prstGeom prst="rect">
            <a:avLst/>
          </a:prstGeom>
          <a:noFill/>
          <a:ln/>
        </p:spPr>
        <p:txBody>
          <a:bodyPr wrap="square" lIns="0" tIns="0" rIns="0" bIns="0" rtlCol="0" anchor="ctr"/>
          <a:lstStyle/>
          <a:p>
            <a:pPr algn="ctr" indent="0" marL="0">
              <a:buNone/>
            </a:pPr>
            <a:r>
              <a:rPr lang="en-US" sz="720" dirty="0">
                <a:solidFill>
                  <a:srgbClr val="5B7382"/>
                </a:solidFill>
                <a:latin typeface="Noto Sans Mono" pitchFamily="34" charset="0"/>
                <a:ea typeface="Noto Sans Mono" pitchFamily="34" charset="-122"/>
                <a:cs typeface="Noto Sans Mono" pitchFamily="34" charset="-120"/>
              </a:rPr>
              <a:t>I  Empresa</a:t>
            </a:r>
            <a:endParaRPr lang="en-US" sz="720" dirty="0"/>
          </a:p>
        </p:txBody>
      </p:sp>
      <p:sp>
        <p:nvSpPr>
          <p:cNvPr id="19" name="Shape 17"/>
          <p:cNvSpPr/>
          <p:nvPr/>
        </p:nvSpPr>
        <p:spPr>
          <a:xfrm>
            <a:off x="2798064" y="932688"/>
            <a:ext cx="2011680" cy="347472"/>
          </a:xfrm>
          <a:prstGeom prst="roundRect">
            <a:avLst>
              <a:gd name="adj" fmla="val 10526"/>
            </a:avLst>
          </a:prstGeom>
          <a:solidFill>
            <a:srgbClr val="D7EEFA">
              <a:alpha val="85000"/>
            </a:srgbClr>
          </a:solidFill>
          <a:ln w="8890">
            <a:solidFill>
              <a:srgbClr val="9ED0EC"/>
            </a:solidFill>
            <a:prstDash val="solid"/>
          </a:ln>
        </p:spPr>
      </p:sp>
      <p:sp>
        <p:nvSpPr>
          <p:cNvPr id="20" name="Text 18"/>
          <p:cNvSpPr/>
          <p:nvPr/>
        </p:nvSpPr>
        <p:spPr>
          <a:xfrm>
            <a:off x="2871216" y="1019556"/>
            <a:ext cx="1865376" cy="137160"/>
          </a:xfrm>
          <a:prstGeom prst="rect">
            <a:avLst/>
          </a:prstGeom>
          <a:noFill/>
          <a:ln/>
        </p:spPr>
        <p:txBody>
          <a:bodyPr wrap="square" lIns="0" tIns="0" rIns="0" bIns="0" rtlCol="0" anchor="ctr"/>
          <a:lstStyle/>
          <a:p>
            <a:pPr algn="ctr" indent="0" marL="0">
              <a:buNone/>
            </a:pPr>
            <a:r>
              <a:rPr lang="en-US" sz="720" dirty="0">
                <a:solidFill>
                  <a:srgbClr val="5B7382"/>
                </a:solidFill>
                <a:latin typeface="Noto Sans Mono" pitchFamily="34" charset="0"/>
                <a:ea typeface="Noto Sans Mono" pitchFamily="34" charset="-122"/>
                <a:cs typeface="Noto Sans Mono" pitchFamily="34" charset="-120"/>
              </a:rPr>
              <a:t>II  Diagnóstico</a:t>
            </a:r>
            <a:endParaRPr lang="en-US" sz="720" dirty="0"/>
          </a:p>
        </p:txBody>
      </p:sp>
      <p:sp>
        <p:nvSpPr>
          <p:cNvPr id="21" name="Shape 19"/>
          <p:cNvSpPr/>
          <p:nvPr/>
        </p:nvSpPr>
        <p:spPr>
          <a:xfrm>
            <a:off x="5010912" y="932688"/>
            <a:ext cx="2011680" cy="347472"/>
          </a:xfrm>
          <a:prstGeom prst="roundRect">
            <a:avLst>
              <a:gd name="adj" fmla="val 10526"/>
            </a:avLst>
          </a:prstGeom>
          <a:solidFill>
            <a:srgbClr val="D7EEFA">
              <a:alpha val="85000"/>
            </a:srgbClr>
          </a:solidFill>
          <a:ln w="8890">
            <a:solidFill>
              <a:srgbClr val="9ED0EC"/>
            </a:solidFill>
            <a:prstDash val="solid"/>
          </a:ln>
        </p:spPr>
      </p:sp>
      <p:sp>
        <p:nvSpPr>
          <p:cNvPr id="22" name="Text 20"/>
          <p:cNvSpPr/>
          <p:nvPr/>
        </p:nvSpPr>
        <p:spPr>
          <a:xfrm>
            <a:off x="5084064" y="1019556"/>
            <a:ext cx="1865376" cy="137160"/>
          </a:xfrm>
          <a:prstGeom prst="rect">
            <a:avLst/>
          </a:prstGeom>
          <a:noFill/>
          <a:ln/>
        </p:spPr>
        <p:txBody>
          <a:bodyPr wrap="square" lIns="0" tIns="0" rIns="0" bIns="0" rtlCol="0" anchor="ctr"/>
          <a:lstStyle/>
          <a:p>
            <a:pPr algn="ctr" indent="0" marL="0">
              <a:buNone/>
            </a:pPr>
            <a:r>
              <a:rPr lang="en-US" sz="720" dirty="0">
                <a:solidFill>
                  <a:srgbClr val="5B7382"/>
                </a:solidFill>
                <a:latin typeface="Noto Sans Mono" pitchFamily="34" charset="0"/>
                <a:ea typeface="Noto Sans Mono" pitchFamily="34" charset="-122"/>
                <a:cs typeface="Noto Sans Mono" pitchFamily="34" charset="-120"/>
              </a:rPr>
              <a:t>III  Fundamentos</a:t>
            </a:r>
            <a:endParaRPr lang="en-US" sz="720" dirty="0"/>
          </a:p>
        </p:txBody>
      </p:sp>
      <p:sp>
        <p:nvSpPr>
          <p:cNvPr id="23" name="Shape 21"/>
          <p:cNvSpPr/>
          <p:nvPr/>
        </p:nvSpPr>
        <p:spPr>
          <a:xfrm>
            <a:off x="7223760" y="932688"/>
            <a:ext cx="2011680" cy="347472"/>
          </a:xfrm>
          <a:prstGeom prst="roundRect">
            <a:avLst>
              <a:gd name="adj" fmla="val 10526"/>
            </a:avLst>
          </a:prstGeom>
          <a:solidFill>
            <a:srgbClr val="D7EEFA">
              <a:alpha val="85000"/>
            </a:srgbClr>
          </a:solidFill>
          <a:ln w="8890">
            <a:solidFill>
              <a:srgbClr val="9ED0EC"/>
            </a:solidFill>
            <a:prstDash val="solid"/>
          </a:ln>
        </p:spPr>
      </p:sp>
      <p:sp>
        <p:nvSpPr>
          <p:cNvPr id="24" name="Text 22"/>
          <p:cNvSpPr/>
          <p:nvPr/>
        </p:nvSpPr>
        <p:spPr>
          <a:xfrm>
            <a:off x="7296912" y="1019556"/>
            <a:ext cx="1865376" cy="137160"/>
          </a:xfrm>
          <a:prstGeom prst="rect">
            <a:avLst/>
          </a:prstGeom>
          <a:noFill/>
          <a:ln/>
        </p:spPr>
        <p:txBody>
          <a:bodyPr wrap="square" lIns="0" tIns="0" rIns="0" bIns="0" rtlCol="0" anchor="ctr"/>
          <a:lstStyle/>
          <a:p>
            <a:pPr algn="ctr" indent="0" marL="0">
              <a:buNone/>
            </a:pPr>
            <a:r>
              <a:rPr lang="en-US" sz="720" dirty="0">
                <a:solidFill>
                  <a:srgbClr val="5B7382"/>
                </a:solidFill>
                <a:latin typeface="Noto Sans Mono" pitchFamily="34" charset="0"/>
                <a:ea typeface="Noto Sans Mono" pitchFamily="34" charset="-122"/>
                <a:cs typeface="Noto Sans Mono" pitchFamily="34" charset="-120"/>
              </a:rPr>
              <a:t>IV  Desarrollo</a:t>
            </a:r>
            <a:endParaRPr lang="en-US" sz="720" dirty="0"/>
          </a:p>
        </p:txBody>
      </p:sp>
      <p:sp>
        <p:nvSpPr>
          <p:cNvPr id="25" name="Shape 23"/>
          <p:cNvSpPr/>
          <p:nvPr/>
        </p:nvSpPr>
        <p:spPr>
          <a:xfrm>
            <a:off x="9436608" y="932688"/>
            <a:ext cx="2011680" cy="347472"/>
          </a:xfrm>
          <a:prstGeom prst="roundRect">
            <a:avLst>
              <a:gd name="adj" fmla="val 10526"/>
            </a:avLst>
          </a:prstGeom>
          <a:solidFill>
            <a:srgbClr val="D7EEFA">
              <a:alpha val="85000"/>
            </a:srgbClr>
          </a:solidFill>
          <a:ln w="8890">
            <a:solidFill>
              <a:srgbClr val="9ED0EC"/>
            </a:solidFill>
            <a:prstDash val="solid"/>
          </a:ln>
        </p:spPr>
      </p:sp>
      <p:sp>
        <p:nvSpPr>
          <p:cNvPr id="26" name="Text 24"/>
          <p:cNvSpPr/>
          <p:nvPr/>
        </p:nvSpPr>
        <p:spPr>
          <a:xfrm>
            <a:off x="9509760" y="1019556"/>
            <a:ext cx="1865376" cy="137160"/>
          </a:xfrm>
          <a:prstGeom prst="rect">
            <a:avLst/>
          </a:prstGeom>
          <a:noFill/>
          <a:ln/>
        </p:spPr>
        <p:txBody>
          <a:bodyPr wrap="square" lIns="0" tIns="0" rIns="0" bIns="0" rtlCol="0" anchor="ctr"/>
          <a:lstStyle/>
          <a:p>
            <a:pPr algn="ctr" indent="0" marL="0">
              <a:buNone/>
            </a:pPr>
            <a:r>
              <a:rPr lang="en-US" sz="720" dirty="0">
                <a:solidFill>
                  <a:srgbClr val="5B7382"/>
                </a:solidFill>
                <a:latin typeface="Noto Sans Mono" pitchFamily="34" charset="0"/>
                <a:ea typeface="Noto Sans Mono" pitchFamily="34" charset="-122"/>
                <a:cs typeface="Noto Sans Mono" pitchFamily="34" charset="-120"/>
              </a:rPr>
              <a:t>V  Resultados</a:t>
            </a:r>
            <a:endParaRPr lang="en-US" sz="720" dirty="0"/>
          </a:p>
        </p:txBody>
      </p:sp>
      <p:sp>
        <p:nvSpPr>
          <p:cNvPr id="27" name="Shape 25"/>
          <p:cNvSpPr/>
          <p:nvPr/>
        </p:nvSpPr>
        <p:spPr>
          <a:xfrm>
            <a:off x="402336" y="6236208"/>
            <a:ext cx="11384280" cy="246888"/>
          </a:xfrm>
          <a:prstGeom prst="roundRect">
            <a:avLst>
              <a:gd name="adj" fmla="val 12963"/>
            </a:avLst>
          </a:prstGeom>
          <a:solidFill>
            <a:srgbClr val="D7EEFA">
              <a:alpha val="88000"/>
            </a:srgbClr>
          </a:solidFill>
          <a:ln w="7620">
            <a:solidFill>
              <a:srgbClr val="9ED0EC"/>
            </a:solidFill>
            <a:prstDash val="solid"/>
          </a:ln>
        </p:spPr>
      </p:sp>
      <p:sp>
        <p:nvSpPr>
          <p:cNvPr id="28" name="Shape 26"/>
          <p:cNvSpPr/>
          <p:nvPr/>
        </p:nvSpPr>
        <p:spPr>
          <a:xfrm>
            <a:off x="576072" y="6304788"/>
            <a:ext cx="109728" cy="109728"/>
          </a:xfrm>
          <a:prstGeom prst="ellipse">
            <a:avLst/>
          </a:prstGeom>
          <a:solidFill>
            <a:srgbClr val="72C81D"/>
          </a:solidFill>
          <a:ln w="6350">
            <a:solidFill>
              <a:srgbClr val="438C0D"/>
            </a:solidFill>
            <a:prstDash val="solid"/>
          </a:ln>
        </p:spPr>
      </p:sp>
      <p:sp>
        <p:nvSpPr>
          <p:cNvPr id="29" name="Text 27"/>
          <p:cNvSpPr/>
          <p:nvPr/>
        </p:nvSpPr>
        <p:spPr>
          <a:xfrm>
            <a:off x="768096" y="6286500"/>
            <a:ext cx="8961120" cy="118872"/>
          </a:xfrm>
          <a:prstGeom prst="rect">
            <a:avLst/>
          </a:prstGeom>
          <a:noFill/>
          <a:ln/>
        </p:spPr>
        <p:txBody>
          <a:bodyPr wrap="square" lIns="0" tIns="0" rIns="0" bIns="0" rtlCol="0" anchor="ctr"/>
          <a:lstStyle/>
          <a:p>
            <a:pPr indent="0" marL="0">
              <a:buNone/>
            </a:pPr>
            <a:r>
              <a:rPr lang="en-US" sz="680" dirty="0">
                <a:solidFill>
                  <a:srgbClr val="194C6C"/>
                </a:solidFill>
                <a:latin typeface="Noto Sans Mono" pitchFamily="34" charset="0"/>
                <a:ea typeface="Noto Sans Mono" pitchFamily="34" charset="-122"/>
                <a:cs typeface="Noto Sans Mono" pitchFamily="34" charset="-120"/>
              </a:rPr>
              <a:t>Ruta cargada · cinco capítulos</a:t>
            </a:r>
            <a:endParaRPr lang="en-US" sz="680" dirty="0"/>
          </a:p>
        </p:txBody>
      </p:sp>
      <p:sp>
        <p:nvSpPr>
          <p:cNvPr id="30" name="Text 28"/>
          <p:cNvSpPr/>
          <p:nvPr/>
        </p:nvSpPr>
        <p:spPr>
          <a:xfrm>
            <a:off x="10652760" y="6281928"/>
            <a:ext cx="822960" cy="128016"/>
          </a:xfrm>
          <a:prstGeom prst="rect">
            <a:avLst/>
          </a:prstGeom>
          <a:noFill/>
          <a:ln/>
        </p:spPr>
        <p:txBody>
          <a:bodyPr wrap="square" lIns="0" tIns="0" rIns="0" bIns="0" rtlCol="0" anchor="ctr"/>
          <a:lstStyle/>
          <a:p>
            <a:pPr algn="r" indent="0" marL="0">
              <a:buNone/>
            </a:pPr>
            <a:r>
              <a:rPr lang="en-US" sz="680" b="1" dirty="0">
                <a:solidFill>
                  <a:srgbClr val="194C6C"/>
                </a:solidFill>
                <a:latin typeface="Noto Sans Mono" pitchFamily="34" charset="0"/>
                <a:ea typeface="Noto Sans Mono" pitchFamily="34" charset="-122"/>
                <a:cs typeface="Noto Sans Mono" pitchFamily="34" charset="-120"/>
              </a:rPr>
              <a:t>02 / 10</a:t>
            </a:r>
            <a:endParaRPr lang="en-US" sz="680" dirty="0"/>
          </a:p>
        </p:txBody>
      </p:sp>
      <p:sp>
        <p:nvSpPr>
          <p:cNvPr id="31" name="Text 29"/>
          <p:cNvSpPr/>
          <p:nvPr/>
        </p:nvSpPr>
        <p:spPr>
          <a:xfrm>
            <a:off x="658368" y="1417320"/>
            <a:ext cx="7132320" cy="182880"/>
          </a:xfrm>
          <a:prstGeom prst="rect">
            <a:avLst/>
          </a:prstGeom>
          <a:noFill/>
          <a:ln/>
        </p:spPr>
        <p:txBody>
          <a:bodyPr wrap="square" lIns="0" tIns="0" rIns="0" bIns="0" rtlCol="0" anchor="ctr"/>
          <a:lstStyle/>
          <a:p>
            <a:pPr indent="0" marL="0">
              <a:buNone/>
            </a:pPr>
            <a:r>
              <a:rPr lang="en-US" sz="800" b="1" spc="90" kern="0" dirty="0">
                <a:solidFill>
                  <a:srgbClr val="1F84D0"/>
                </a:solidFill>
                <a:latin typeface="Noto Sans Mono" pitchFamily="34" charset="0"/>
                <a:ea typeface="Noto Sans Mono" pitchFamily="34" charset="-122"/>
                <a:cs typeface="Noto Sans Mono" pitchFamily="34" charset="-120"/>
              </a:rPr>
              <a:t>AGENDA</a:t>
            </a:r>
            <a:endParaRPr lang="en-US" sz="800" dirty="0"/>
          </a:p>
        </p:txBody>
      </p:sp>
      <p:sp>
        <p:nvSpPr>
          <p:cNvPr id="32" name="Text 30"/>
          <p:cNvSpPr/>
          <p:nvPr/>
        </p:nvSpPr>
        <p:spPr>
          <a:xfrm>
            <a:off x="658368" y="1536192"/>
            <a:ext cx="10835640" cy="585216"/>
          </a:xfrm>
          <a:prstGeom prst="rect">
            <a:avLst/>
          </a:prstGeom>
          <a:noFill/>
          <a:ln/>
        </p:spPr>
        <p:txBody>
          <a:bodyPr wrap="square" lIns="0" tIns="0" rIns="0" bIns="0" rtlCol="0" anchor="ctr"/>
          <a:lstStyle/>
          <a:p>
            <a:pPr indent="0" marL="0">
              <a:buNone/>
            </a:pPr>
            <a:r>
              <a:rPr lang="en-US" sz="2900" b="1" dirty="0">
                <a:solidFill>
                  <a:srgbClr val="17384D"/>
                </a:solidFill>
                <a:latin typeface="Trebuchet MS" pitchFamily="34" charset="0"/>
                <a:ea typeface="Trebuchet MS" pitchFamily="34" charset="-122"/>
                <a:cs typeface="Trebuchet MS" pitchFamily="34" charset="-120"/>
              </a:rPr>
              <a:t>Ruta de la exposición</a:t>
            </a:r>
            <a:endParaRPr lang="en-US" sz="2900" dirty="0"/>
          </a:p>
        </p:txBody>
      </p:sp>
      <p:sp>
        <p:nvSpPr>
          <p:cNvPr id="33" name="Text 31"/>
          <p:cNvSpPr/>
          <p:nvPr/>
        </p:nvSpPr>
        <p:spPr>
          <a:xfrm>
            <a:off x="676656" y="2121408"/>
            <a:ext cx="10515600" cy="256032"/>
          </a:xfrm>
          <a:prstGeom prst="rect">
            <a:avLst/>
          </a:prstGeom>
          <a:noFill/>
          <a:ln/>
        </p:spPr>
        <p:txBody>
          <a:bodyPr wrap="square" lIns="0" tIns="0" rIns="0" bIns="0" rtlCol="0" anchor="ctr"/>
          <a:lstStyle/>
          <a:p>
            <a:pPr indent="0" marL="0">
              <a:buNone/>
            </a:pPr>
            <a:r>
              <a:rPr lang="en-US" sz="1050" dirty="0">
                <a:solidFill>
                  <a:srgbClr val="5B7382"/>
                </a:solidFill>
                <a:latin typeface="Noto Sans" pitchFamily="34" charset="0"/>
                <a:ea typeface="Noto Sans" pitchFamily="34" charset="-122"/>
                <a:cs typeface="Noto Sans" pitchFamily="34" charset="-120"/>
              </a:rPr>
              <a:t>Empresa → Problema → Fundamentos → Desarrollo → Resultados</a:t>
            </a:r>
            <a:endParaRPr lang="en-US" sz="1050" dirty="0"/>
          </a:p>
        </p:txBody>
      </p:sp>
      <p:sp>
        <p:nvSpPr>
          <p:cNvPr id="34" name="Shape 32"/>
          <p:cNvSpPr/>
          <p:nvPr/>
        </p:nvSpPr>
        <p:spPr>
          <a:xfrm>
            <a:off x="612648" y="2944368"/>
            <a:ext cx="2112264" cy="1965960"/>
          </a:xfrm>
          <a:prstGeom prst="roundRect">
            <a:avLst>
              <a:gd name="adj" fmla="val 2326"/>
            </a:avLst>
          </a:prstGeom>
          <a:solidFill>
            <a:srgbClr val="FFFFFF">
              <a:alpha val="96000"/>
            </a:srgbClr>
          </a:solidFill>
          <a:ln w="13970">
            <a:solidFill>
              <a:srgbClr val="FFFFFF"/>
            </a:solidFill>
            <a:prstDash val="solid"/>
          </a:ln>
        </p:spPr>
      </p:sp>
      <p:sp>
        <p:nvSpPr>
          <p:cNvPr id="35" name="Shape 33"/>
          <p:cNvSpPr/>
          <p:nvPr/>
        </p:nvSpPr>
        <p:spPr>
          <a:xfrm>
            <a:off x="630936" y="2962656"/>
            <a:ext cx="2075688" cy="128016"/>
          </a:xfrm>
          <a:prstGeom prst="roundRect">
            <a:avLst>
              <a:gd name="adj" fmla="val 28571"/>
            </a:avLst>
          </a:prstGeom>
          <a:solidFill>
            <a:srgbClr val="FFFFFF">
              <a:alpha val="52000"/>
            </a:srgbClr>
          </a:solidFill>
          <a:ln w="12700">
            <a:solidFill>
              <a:srgbClr val="FFFFFF">
                <a:alpha val="0"/>
              </a:srgbClr>
            </a:solidFill>
            <a:prstDash val="solid"/>
          </a:ln>
        </p:spPr>
      </p:sp>
      <p:sp>
        <p:nvSpPr>
          <p:cNvPr id="36" name="Shape 34"/>
          <p:cNvSpPr/>
          <p:nvPr/>
        </p:nvSpPr>
        <p:spPr>
          <a:xfrm>
            <a:off x="612648" y="2944368"/>
            <a:ext cx="64008" cy="1965960"/>
          </a:xfrm>
          <a:prstGeom prst="rect">
            <a:avLst/>
          </a:prstGeom>
          <a:solidFill>
            <a:srgbClr val="1F84D0"/>
          </a:solidFill>
          <a:ln w="12700">
            <a:solidFill>
              <a:srgbClr val="1F84D0"/>
            </a:solidFill>
            <a:prstDash val="solid"/>
          </a:ln>
        </p:spPr>
      </p:sp>
      <p:sp>
        <p:nvSpPr>
          <p:cNvPr id="37" name="Text 35"/>
          <p:cNvSpPr/>
          <p:nvPr/>
        </p:nvSpPr>
        <p:spPr>
          <a:xfrm>
            <a:off x="795528" y="3054096"/>
            <a:ext cx="1783080" cy="1746504"/>
          </a:xfrm>
          <a:prstGeom prst="rect">
            <a:avLst/>
          </a:prstGeom>
          <a:noFill/>
          <a:ln/>
        </p:spPr>
        <p:txBody>
          <a:bodyPr wrap="square" lIns="0" tIns="0" rIns="0" bIns="0" rtlCol="0" anchor="ctr"/>
          <a:lstStyle/>
          <a:p>
            <a:pPr algn="ctr" indent="0" marL="0">
              <a:buNone/>
            </a:pPr>
            <a:r>
              <a:rPr lang="en-US" sz="700" b="1" spc="80" kern="0" dirty="0">
                <a:solidFill>
                  <a:srgbClr val="1F84D0"/>
                </a:solidFill>
                <a:latin typeface="Noto Sans Mono" pitchFamily="34" charset="0"/>
                <a:ea typeface="Noto Sans Mono" pitchFamily="34" charset="-122"/>
                <a:cs typeface="Noto Sans Mono" pitchFamily="34" charset="-120"/>
              </a:rPr>
              <a:t>CAPÍTULO I</a:t>
            </a:r>
            <a:endParaRPr lang="en-US" sz="700" dirty="0"/>
          </a:p>
          <a:p>
            <a:pPr algn="ctr" indent="0" marL="0">
              <a:buNone/>
            </a:pPr>
            <a:r>
              <a:rPr lang="en-US" sz="1450" b="1" dirty="0">
                <a:solidFill>
                  <a:srgbClr val="17384D"/>
                </a:solidFill>
                <a:latin typeface="Trebuchet MS" pitchFamily="34" charset="0"/>
                <a:ea typeface="Trebuchet MS" pitchFamily="34" charset="-122"/>
                <a:cs typeface="Trebuchet MS" pitchFamily="34" charset="-120"/>
              </a:rPr>
              <a:t>Realidad organizacional</a:t>
            </a:r>
            <a:endParaRPr lang="en-US" sz="700" dirty="0"/>
          </a:p>
        </p:txBody>
      </p:sp>
      <p:sp>
        <p:nvSpPr>
          <p:cNvPr id="38" name="Shape 36"/>
          <p:cNvSpPr/>
          <p:nvPr/>
        </p:nvSpPr>
        <p:spPr>
          <a:xfrm>
            <a:off x="2907792" y="2944368"/>
            <a:ext cx="2112264" cy="1965960"/>
          </a:xfrm>
          <a:prstGeom prst="roundRect">
            <a:avLst>
              <a:gd name="adj" fmla="val 2326"/>
            </a:avLst>
          </a:prstGeom>
          <a:solidFill>
            <a:srgbClr val="FFFFFF">
              <a:alpha val="96000"/>
            </a:srgbClr>
          </a:solidFill>
          <a:ln w="13970">
            <a:solidFill>
              <a:srgbClr val="FFFFFF"/>
            </a:solidFill>
            <a:prstDash val="solid"/>
          </a:ln>
        </p:spPr>
      </p:sp>
      <p:sp>
        <p:nvSpPr>
          <p:cNvPr id="39" name="Shape 37"/>
          <p:cNvSpPr/>
          <p:nvPr/>
        </p:nvSpPr>
        <p:spPr>
          <a:xfrm>
            <a:off x="2926080" y="2962656"/>
            <a:ext cx="2075688" cy="128016"/>
          </a:xfrm>
          <a:prstGeom prst="roundRect">
            <a:avLst>
              <a:gd name="adj" fmla="val 28571"/>
            </a:avLst>
          </a:prstGeom>
          <a:solidFill>
            <a:srgbClr val="FFFFFF">
              <a:alpha val="52000"/>
            </a:srgbClr>
          </a:solidFill>
          <a:ln w="12700">
            <a:solidFill>
              <a:srgbClr val="FFFFFF">
                <a:alpha val="0"/>
              </a:srgbClr>
            </a:solidFill>
            <a:prstDash val="solid"/>
          </a:ln>
        </p:spPr>
      </p:sp>
      <p:sp>
        <p:nvSpPr>
          <p:cNvPr id="40" name="Shape 38"/>
          <p:cNvSpPr/>
          <p:nvPr/>
        </p:nvSpPr>
        <p:spPr>
          <a:xfrm>
            <a:off x="2907792" y="2944368"/>
            <a:ext cx="64008" cy="1965960"/>
          </a:xfrm>
          <a:prstGeom prst="rect">
            <a:avLst/>
          </a:prstGeom>
          <a:solidFill>
            <a:srgbClr val="1F84D0"/>
          </a:solidFill>
          <a:ln w="12700">
            <a:solidFill>
              <a:srgbClr val="1F84D0"/>
            </a:solidFill>
            <a:prstDash val="solid"/>
          </a:ln>
        </p:spPr>
      </p:sp>
      <p:sp>
        <p:nvSpPr>
          <p:cNvPr id="41" name="Text 39"/>
          <p:cNvSpPr/>
          <p:nvPr/>
        </p:nvSpPr>
        <p:spPr>
          <a:xfrm>
            <a:off x="3090672" y="3054096"/>
            <a:ext cx="1783080" cy="1746504"/>
          </a:xfrm>
          <a:prstGeom prst="rect">
            <a:avLst/>
          </a:prstGeom>
          <a:noFill/>
          <a:ln/>
        </p:spPr>
        <p:txBody>
          <a:bodyPr wrap="square" lIns="0" tIns="0" rIns="0" bIns="0" rtlCol="0" anchor="ctr"/>
          <a:lstStyle/>
          <a:p>
            <a:pPr algn="ctr" indent="0" marL="0">
              <a:buNone/>
            </a:pPr>
            <a:r>
              <a:rPr lang="en-US" sz="700" b="1" spc="80" kern="0" dirty="0">
                <a:solidFill>
                  <a:srgbClr val="1F84D0"/>
                </a:solidFill>
                <a:latin typeface="Noto Sans Mono" pitchFamily="34" charset="0"/>
                <a:ea typeface="Noto Sans Mono" pitchFamily="34" charset="-122"/>
                <a:cs typeface="Noto Sans Mono" pitchFamily="34" charset="-120"/>
              </a:rPr>
              <a:t>CAPÍTULO II</a:t>
            </a:r>
            <a:endParaRPr lang="en-US" sz="700" dirty="0"/>
          </a:p>
          <a:p>
            <a:pPr algn="ctr" indent="0" marL="0">
              <a:buNone/>
            </a:pPr>
            <a:r>
              <a:rPr lang="en-US" sz="1450" b="1" dirty="0">
                <a:solidFill>
                  <a:srgbClr val="17384D"/>
                </a:solidFill>
                <a:latin typeface="Trebuchet MS" pitchFamily="34" charset="0"/>
                <a:ea typeface="Trebuchet MS" pitchFamily="34" charset="-122"/>
                <a:cs typeface="Trebuchet MS" pitchFamily="34" charset="-120"/>
              </a:rPr>
              <a:t>Diagnóstico situacional</a:t>
            </a:r>
            <a:endParaRPr lang="en-US" sz="700" dirty="0"/>
          </a:p>
        </p:txBody>
      </p:sp>
      <p:sp>
        <p:nvSpPr>
          <p:cNvPr id="42" name="Shape 40"/>
          <p:cNvSpPr/>
          <p:nvPr/>
        </p:nvSpPr>
        <p:spPr>
          <a:xfrm>
            <a:off x="5202936" y="2944368"/>
            <a:ext cx="2112264" cy="1965960"/>
          </a:xfrm>
          <a:prstGeom prst="roundRect">
            <a:avLst>
              <a:gd name="adj" fmla="val 2326"/>
            </a:avLst>
          </a:prstGeom>
          <a:solidFill>
            <a:srgbClr val="FFFFFF">
              <a:alpha val="96000"/>
            </a:srgbClr>
          </a:solidFill>
          <a:ln w="13970">
            <a:solidFill>
              <a:srgbClr val="FFFFFF"/>
            </a:solidFill>
            <a:prstDash val="solid"/>
          </a:ln>
        </p:spPr>
      </p:sp>
      <p:sp>
        <p:nvSpPr>
          <p:cNvPr id="43" name="Shape 41"/>
          <p:cNvSpPr/>
          <p:nvPr/>
        </p:nvSpPr>
        <p:spPr>
          <a:xfrm>
            <a:off x="5221224" y="2962656"/>
            <a:ext cx="2075688" cy="128016"/>
          </a:xfrm>
          <a:prstGeom prst="roundRect">
            <a:avLst>
              <a:gd name="adj" fmla="val 28571"/>
            </a:avLst>
          </a:prstGeom>
          <a:solidFill>
            <a:srgbClr val="FFFFFF">
              <a:alpha val="52000"/>
            </a:srgbClr>
          </a:solidFill>
          <a:ln w="12700">
            <a:solidFill>
              <a:srgbClr val="FFFFFF">
                <a:alpha val="0"/>
              </a:srgbClr>
            </a:solidFill>
            <a:prstDash val="solid"/>
          </a:ln>
        </p:spPr>
      </p:sp>
      <p:sp>
        <p:nvSpPr>
          <p:cNvPr id="44" name="Shape 42"/>
          <p:cNvSpPr/>
          <p:nvPr/>
        </p:nvSpPr>
        <p:spPr>
          <a:xfrm>
            <a:off x="5202936" y="2944368"/>
            <a:ext cx="64008" cy="1965960"/>
          </a:xfrm>
          <a:prstGeom prst="rect">
            <a:avLst/>
          </a:prstGeom>
          <a:solidFill>
            <a:srgbClr val="1F84D0"/>
          </a:solidFill>
          <a:ln w="12700">
            <a:solidFill>
              <a:srgbClr val="1F84D0"/>
            </a:solidFill>
            <a:prstDash val="solid"/>
          </a:ln>
        </p:spPr>
      </p:sp>
      <p:sp>
        <p:nvSpPr>
          <p:cNvPr id="45" name="Text 43"/>
          <p:cNvSpPr/>
          <p:nvPr/>
        </p:nvSpPr>
        <p:spPr>
          <a:xfrm>
            <a:off x="5385816" y="3054096"/>
            <a:ext cx="1783080" cy="1746504"/>
          </a:xfrm>
          <a:prstGeom prst="rect">
            <a:avLst/>
          </a:prstGeom>
          <a:noFill/>
          <a:ln/>
        </p:spPr>
        <p:txBody>
          <a:bodyPr wrap="square" lIns="0" tIns="0" rIns="0" bIns="0" rtlCol="0" anchor="ctr"/>
          <a:lstStyle/>
          <a:p>
            <a:pPr algn="ctr" indent="0" marL="0">
              <a:buNone/>
            </a:pPr>
            <a:r>
              <a:rPr lang="en-US" sz="700" b="1" spc="80" kern="0" dirty="0">
                <a:solidFill>
                  <a:srgbClr val="1F84D0"/>
                </a:solidFill>
                <a:latin typeface="Noto Sans Mono" pitchFamily="34" charset="0"/>
                <a:ea typeface="Noto Sans Mono" pitchFamily="34" charset="-122"/>
                <a:cs typeface="Noto Sans Mono" pitchFamily="34" charset="-120"/>
              </a:rPr>
              <a:t>CAPÍTULO III</a:t>
            </a:r>
            <a:endParaRPr lang="en-US" sz="700" dirty="0"/>
          </a:p>
          <a:p>
            <a:pPr algn="ctr" indent="0" marL="0">
              <a:buNone/>
            </a:pPr>
            <a:r>
              <a:rPr lang="en-US" sz="1450" b="1" dirty="0">
                <a:solidFill>
                  <a:srgbClr val="17384D"/>
                </a:solidFill>
                <a:latin typeface="Trebuchet MS" pitchFamily="34" charset="0"/>
                <a:ea typeface="Trebuchet MS" pitchFamily="34" charset="-122"/>
                <a:cs typeface="Trebuchet MS" pitchFamily="34" charset="-120"/>
              </a:rPr>
              <a:t>Marco teórico</a:t>
            </a:r>
            <a:endParaRPr lang="en-US" sz="700" dirty="0"/>
          </a:p>
        </p:txBody>
      </p:sp>
      <p:sp>
        <p:nvSpPr>
          <p:cNvPr id="46" name="Shape 44"/>
          <p:cNvSpPr/>
          <p:nvPr/>
        </p:nvSpPr>
        <p:spPr>
          <a:xfrm>
            <a:off x="7498080" y="2944368"/>
            <a:ext cx="2112264" cy="1965960"/>
          </a:xfrm>
          <a:prstGeom prst="roundRect">
            <a:avLst>
              <a:gd name="adj" fmla="val 2326"/>
            </a:avLst>
          </a:prstGeom>
          <a:solidFill>
            <a:srgbClr val="EAF8DE">
              <a:alpha val="96000"/>
            </a:srgbClr>
          </a:solidFill>
          <a:ln w="13970">
            <a:solidFill>
              <a:srgbClr val="FFFFFF"/>
            </a:solidFill>
            <a:prstDash val="solid"/>
          </a:ln>
        </p:spPr>
      </p:sp>
      <p:sp>
        <p:nvSpPr>
          <p:cNvPr id="47" name="Shape 45"/>
          <p:cNvSpPr/>
          <p:nvPr/>
        </p:nvSpPr>
        <p:spPr>
          <a:xfrm>
            <a:off x="7516368" y="2962656"/>
            <a:ext cx="2075688" cy="128016"/>
          </a:xfrm>
          <a:prstGeom prst="roundRect">
            <a:avLst>
              <a:gd name="adj" fmla="val 28571"/>
            </a:avLst>
          </a:prstGeom>
          <a:solidFill>
            <a:srgbClr val="FFFFFF">
              <a:alpha val="52000"/>
            </a:srgbClr>
          </a:solidFill>
          <a:ln w="12700">
            <a:solidFill>
              <a:srgbClr val="FFFFFF">
                <a:alpha val="0"/>
              </a:srgbClr>
            </a:solidFill>
            <a:prstDash val="solid"/>
          </a:ln>
        </p:spPr>
      </p:sp>
      <p:sp>
        <p:nvSpPr>
          <p:cNvPr id="48" name="Shape 46"/>
          <p:cNvSpPr/>
          <p:nvPr/>
        </p:nvSpPr>
        <p:spPr>
          <a:xfrm>
            <a:off x="7498080" y="2944368"/>
            <a:ext cx="64008" cy="1965960"/>
          </a:xfrm>
          <a:prstGeom prst="rect">
            <a:avLst/>
          </a:prstGeom>
          <a:solidFill>
            <a:srgbClr val="72C81D"/>
          </a:solidFill>
          <a:ln w="12700">
            <a:solidFill>
              <a:srgbClr val="72C81D"/>
            </a:solidFill>
            <a:prstDash val="solid"/>
          </a:ln>
        </p:spPr>
      </p:sp>
      <p:sp>
        <p:nvSpPr>
          <p:cNvPr id="49" name="Text 47"/>
          <p:cNvSpPr/>
          <p:nvPr/>
        </p:nvSpPr>
        <p:spPr>
          <a:xfrm>
            <a:off x="7680960" y="3054096"/>
            <a:ext cx="1783080" cy="1746504"/>
          </a:xfrm>
          <a:prstGeom prst="rect">
            <a:avLst/>
          </a:prstGeom>
          <a:noFill/>
          <a:ln/>
        </p:spPr>
        <p:txBody>
          <a:bodyPr wrap="square" lIns="0" tIns="0" rIns="0" bIns="0" rtlCol="0" anchor="ctr"/>
          <a:lstStyle/>
          <a:p>
            <a:pPr algn="ctr" indent="0" marL="0">
              <a:buNone/>
            </a:pPr>
            <a:r>
              <a:rPr lang="en-US" sz="700" b="1" spc="80" kern="0" dirty="0">
                <a:solidFill>
                  <a:srgbClr val="72C81D"/>
                </a:solidFill>
                <a:latin typeface="Noto Sans Mono" pitchFamily="34" charset="0"/>
                <a:ea typeface="Noto Sans Mono" pitchFamily="34" charset="-122"/>
                <a:cs typeface="Noto Sans Mono" pitchFamily="34" charset="-120"/>
              </a:rPr>
              <a:t>CAPÍTULO IV</a:t>
            </a:r>
            <a:endParaRPr lang="en-US" sz="700" dirty="0"/>
          </a:p>
          <a:p>
            <a:pPr algn="ctr" indent="0" marL="0">
              <a:buNone/>
            </a:pPr>
            <a:r>
              <a:rPr lang="en-US" sz="1450" b="1" dirty="0">
                <a:solidFill>
                  <a:srgbClr val="17384D"/>
                </a:solidFill>
                <a:latin typeface="Trebuchet MS" pitchFamily="34" charset="0"/>
                <a:ea typeface="Trebuchet MS" pitchFamily="34" charset="-122"/>
                <a:cs typeface="Trebuchet MS" pitchFamily="34" charset="-120"/>
              </a:rPr>
              <a:t>Actividades realizadas</a:t>
            </a:r>
            <a:endParaRPr lang="en-US" sz="700" dirty="0"/>
          </a:p>
        </p:txBody>
      </p:sp>
      <p:sp>
        <p:nvSpPr>
          <p:cNvPr id="50" name="Shape 48"/>
          <p:cNvSpPr/>
          <p:nvPr/>
        </p:nvSpPr>
        <p:spPr>
          <a:xfrm>
            <a:off x="9793224" y="2944368"/>
            <a:ext cx="2112264" cy="1965960"/>
          </a:xfrm>
          <a:prstGeom prst="roundRect">
            <a:avLst>
              <a:gd name="adj" fmla="val 2326"/>
            </a:avLst>
          </a:prstGeom>
          <a:solidFill>
            <a:srgbClr val="FFFFFF">
              <a:alpha val="96000"/>
            </a:srgbClr>
          </a:solidFill>
          <a:ln w="13970">
            <a:solidFill>
              <a:srgbClr val="FFFFFF"/>
            </a:solidFill>
            <a:prstDash val="solid"/>
          </a:ln>
        </p:spPr>
      </p:sp>
      <p:sp>
        <p:nvSpPr>
          <p:cNvPr id="51" name="Shape 49"/>
          <p:cNvSpPr/>
          <p:nvPr/>
        </p:nvSpPr>
        <p:spPr>
          <a:xfrm>
            <a:off x="9811512" y="2962656"/>
            <a:ext cx="2075688" cy="128016"/>
          </a:xfrm>
          <a:prstGeom prst="roundRect">
            <a:avLst>
              <a:gd name="adj" fmla="val 28571"/>
            </a:avLst>
          </a:prstGeom>
          <a:solidFill>
            <a:srgbClr val="FFFFFF">
              <a:alpha val="52000"/>
            </a:srgbClr>
          </a:solidFill>
          <a:ln w="12700">
            <a:solidFill>
              <a:srgbClr val="FFFFFF">
                <a:alpha val="0"/>
              </a:srgbClr>
            </a:solidFill>
            <a:prstDash val="solid"/>
          </a:ln>
        </p:spPr>
      </p:sp>
      <p:sp>
        <p:nvSpPr>
          <p:cNvPr id="52" name="Shape 50"/>
          <p:cNvSpPr/>
          <p:nvPr/>
        </p:nvSpPr>
        <p:spPr>
          <a:xfrm>
            <a:off x="9793224" y="2944368"/>
            <a:ext cx="64008" cy="1965960"/>
          </a:xfrm>
          <a:prstGeom prst="rect">
            <a:avLst/>
          </a:prstGeom>
          <a:solidFill>
            <a:srgbClr val="1F84D0"/>
          </a:solidFill>
          <a:ln w="12700">
            <a:solidFill>
              <a:srgbClr val="1F84D0"/>
            </a:solidFill>
            <a:prstDash val="solid"/>
          </a:ln>
        </p:spPr>
      </p:sp>
      <p:sp>
        <p:nvSpPr>
          <p:cNvPr id="53" name="Text 51"/>
          <p:cNvSpPr/>
          <p:nvPr/>
        </p:nvSpPr>
        <p:spPr>
          <a:xfrm>
            <a:off x="9976104" y="3054096"/>
            <a:ext cx="1783080" cy="1746504"/>
          </a:xfrm>
          <a:prstGeom prst="rect">
            <a:avLst/>
          </a:prstGeom>
          <a:noFill/>
          <a:ln/>
        </p:spPr>
        <p:txBody>
          <a:bodyPr wrap="square" lIns="0" tIns="0" rIns="0" bIns="0" rtlCol="0" anchor="ctr"/>
          <a:lstStyle/>
          <a:p>
            <a:pPr algn="ctr" indent="0" marL="0">
              <a:buNone/>
            </a:pPr>
            <a:r>
              <a:rPr lang="en-US" sz="700" b="1" spc="80" kern="0" dirty="0">
                <a:solidFill>
                  <a:srgbClr val="1F84D0"/>
                </a:solidFill>
                <a:latin typeface="Noto Sans Mono" pitchFamily="34" charset="0"/>
                <a:ea typeface="Noto Sans Mono" pitchFamily="34" charset="-122"/>
                <a:cs typeface="Noto Sans Mono" pitchFamily="34" charset="-120"/>
              </a:rPr>
              <a:t>CAPÍTULO V</a:t>
            </a:r>
            <a:endParaRPr lang="en-US" sz="700" dirty="0"/>
          </a:p>
          <a:p>
            <a:pPr algn="ctr" indent="0" marL="0">
              <a:buNone/>
            </a:pPr>
            <a:r>
              <a:rPr lang="en-US" sz="1450" b="1" dirty="0">
                <a:solidFill>
                  <a:srgbClr val="17384D"/>
                </a:solidFill>
                <a:latin typeface="Trebuchet MS" pitchFamily="34" charset="0"/>
                <a:ea typeface="Trebuchet MS" pitchFamily="34" charset="-122"/>
                <a:cs typeface="Trebuchet MS" pitchFamily="34" charset="-120"/>
              </a:rPr>
              <a:t>Conclusiones y recomendaciones</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76B5E3"/>
        </a:solidFill>
      </p:bgPr>
    </p:bg>
    <p:spTree>
      <p:nvGrpSpPr>
        <p:cNvPr id="1" name=""/>
        <p:cNvGrpSpPr/>
        <p:nvPr/>
      </p:nvGrpSpPr>
      <p:grpSpPr>
        <a:xfrm>
          <a:off x="0" y="0"/>
          <a:ext cx="0" cy="0"/>
          <a:chOff x="0" y="0"/>
          <a:chExt cx="0" cy="0"/>
        </a:xfrm>
      </p:grpSpPr>
      <p:sp>
        <p:nvSpPr>
          <p:cNvPr id="2" name="Shape 0"/>
          <p:cNvSpPr/>
          <p:nvPr/>
        </p:nvSpPr>
        <p:spPr>
          <a:xfrm>
            <a:off x="-1005840" y="-1280160"/>
            <a:ext cx="6583680" cy="4754880"/>
          </a:xfrm>
          <a:prstGeom prst="ellipse">
            <a:avLst/>
          </a:prstGeom>
          <a:solidFill>
            <a:srgbClr val="DFF6FF">
              <a:alpha val="82000"/>
            </a:srgbClr>
          </a:solidFill>
          <a:ln w="12700">
            <a:solidFill>
              <a:srgbClr val="DFF6FF">
                <a:alpha val="0"/>
              </a:srgbClr>
            </a:solidFill>
            <a:prstDash val="solid"/>
          </a:ln>
        </p:spPr>
      </p:sp>
      <p:sp>
        <p:nvSpPr>
          <p:cNvPr id="3" name="Shape 1"/>
          <p:cNvSpPr/>
          <p:nvPr/>
        </p:nvSpPr>
        <p:spPr>
          <a:xfrm>
            <a:off x="7955280" y="4023360"/>
            <a:ext cx="5303520" cy="3657600"/>
          </a:xfrm>
          <a:prstGeom prst="ellipse">
            <a:avLst/>
          </a:prstGeom>
          <a:solidFill>
            <a:srgbClr val="B8E2F8">
              <a:alpha val="78000"/>
            </a:srgbClr>
          </a:solidFill>
          <a:ln w="12700">
            <a:solidFill>
              <a:srgbClr val="B8E2F8">
                <a:alpha val="0"/>
              </a:srgbClr>
            </a:solidFill>
            <a:prstDash val="solid"/>
          </a:ln>
        </p:spPr>
      </p:sp>
      <p:sp>
        <p:nvSpPr>
          <p:cNvPr id="4" name="Shape 2"/>
          <p:cNvSpPr/>
          <p:nvPr/>
        </p:nvSpPr>
        <p:spPr>
          <a:xfrm>
            <a:off x="256032" y="237744"/>
            <a:ext cx="11676888" cy="6382512"/>
          </a:xfrm>
          <a:prstGeom prst="roundRect">
            <a:avLst>
              <a:gd name="adj" fmla="val 1146"/>
            </a:avLst>
          </a:prstGeom>
          <a:solidFill>
            <a:srgbClr val="EDF9FF">
              <a:alpha val="96000"/>
            </a:srgbClr>
          </a:solidFill>
          <a:ln w="17780">
            <a:solidFill>
              <a:srgbClr val="FFFFFF"/>
            </a:solidFill>
            <a:prstDash val="solid"/>
          </a:ln>
        </p:spPr>
      </p:sp>
      <p:sp>
        <p:nvSpPr>
          <p:cNvPr id="5" name="Shape 3"/>
          <p:cNvSpPr/>
          <p:nvPr/>
        </p:nvSpPr>
        <p:spPr>
          <a:xfrm>
            <a:off x="384048" y="356616"/>
            <a:ext cx="11411712" cy="530352"/>
          </a:xfrm>
          <a:prstGeom prst="roundRect">
            <a:avLst>
              <a:gd name="adj" fmla="val 10345"/>
            </a:avLst>
          </a:prstGeom>
          <a:solidFill>
            <a:srgbClr val="1F84D0"/>
          </a:solidFill>
          <a:ln w="11430">
            <a:solidFill>
              <a:srgbClr val="146EA9"/>
            </a:solidFill>
            <a:prstDash val="solid"/>
          </a:ln>
        </p:spPr>
      </p:sp>
      <p:sp>
        <p:nvSpPr>
          <p:cNvPr id="6" name="Shape 4"/>
          <p:cNvSpPr/>
          <p:nvPr/>
        </p:nvSpPr>
        <p:spPr>
          <a:xfrm>
            <a:off x="484632" y="411480"/>
            <a:ext cx="11201400" cy="118872"/>
          </a:xfrm>
          <a:prstGeom prst="roundRect">
            <a:avLst>
              <a:gd name="adj" fmla="val 30769"/>
            </a:avLst>
          </a:prstGeom>
          <a:solidFill>
            <a:srgbClr val="FFFFFF">
              <a:alpha val="38000"/>
            </a:srgbClr>
          </a:solidFill>
          <a:ln w="12700">
            <a:solidFill>
              <a:srgbClr val="FFFFFF">
                <a:alpha val="0"/>
              </a:srgbClr>
            </a:solidFill>
            <a:prstDash val="solid"/>
          </a:ln>
        </p:spPr>
      </p:sp>
      <p:sp>
        <p:nvSpPr>
          <p:cNvPr id="7" name="Shape 5"/>
          <p:cNvSpPr/>
          <p:nvPr/>
        </p:nvSpPr>
        <p:spPr>
          <a:xfrm>
            <a:off x="557784" y="466344"/>
            <a:ext cx="256032" cy="256032"/>
          </a:xfrm>
          <a:prstGeom prst="ellipse">
            <a:avLst/>
          </a:prstGeom>
          <a:solidFill>
            <a:srgbClr val="42ABF5"/>
          </a:solidFill>
          <a:ln w="8890">
            <a:solidFill>
              <a:srgbClr val="FFFFFF"/>
            </a:solidFill>
            <a:prstDash val="solid"/>
          </a:ln>
        </p:spPr>
      </p:sp>
      <p:sp>
        <p:nvSpPr>
          <p:cNvPr id="8" name="Shape 6"/>
          <p:cNvSpPr/>
          <p:nvPr/>
        </p:nvSpPr>
        <p:spPr>
          <a:xfrm>
            <a:off x="905256" y="475488"/>
            <a:ext cx="228600" cy="237744"/>
          </a:xfrm>
          <a:prstGeom prst="roundRect">
            <a:avLst>
              <a:gd name="adj" fmla="val 12000"/>
            </a:avLst>
          </a:prstGeom>
          <a:solidFill>
            <a:srgbClr val="FFFFFF">
              <a:alpha val="27000"/>
            </a:srgbClr>
          </a:solidFill>
          <a:ln w="7620">
            <a:solidFill>
              <a:srgbClr val="FFFFFF">
                <a:alpha val="65000"/>
              </a:srgbClr>
            </a:solidFill>
            <a:prstDash val="solid"/>
          </a:ln>
        </p:spPr>
      </p:sp>
      <p:sp>
        <p:nvSpPr>
          <p:cNvPr id="9" name="Text 7"/>
          <p:cNvSpPr/>
          <p:nvPr/>
        </p:nvSpPr>
        <p:spPr>
          <a:xfrm>
            <a:off x="905256" y="457200"/>
            <a:ext cx="228600" cy="210312"/>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a:t>
            </a:r>
            <a:endParaRPr lang="en-US" sz="1200" dirty="0"/>
          </a:p>
        </p:txBody>
      </p:sp>
      <p:sp>
        <p:nvSpPr>
          <p:cNvPr id="10" name="Shape 8"/>
          <p:cNvSpPr/>
          <p:nvPr/>
        </p:nvSpPr>
        <p:spPr>
          <a:xfrm>
            <a:off x="1197864" y="475488"/>
            <a:ext cx="228600" cy="237744"/>
          </a:xfrm>
          <a:prstGeom prst="roundRect">
            <a:avLst>
              <a:gd name="adj" fmla="val 12000"/>
            </a:avLst>
          </a:prstGeom>
          <a:solidFill>
            <a:srgbClr val="FFFFFF">
              <a:alpha val="27000"/>
            </a:srgbClr>
          </a:solidFill>
          <a:ln w="7620">
            <a:solidFill>
              <a:srgbClr val="FFFFFF">
                <a:alpha val="65000"/>
              </a:srgbClr>
            </a:solidFill>
            <a:prstDash val="solid"/>
          </a:ln>
        </p:spPr>
      </p:sp>
      <p:sp>
        <p:nvSpPr>
          <p:cNvPr id="11" name="Text 9"/>
          <p:cNvSpPr/>
          <p:nvPr/>
        </p:nvSpPr>
        <p:spPr>
          <a:xfrm>
            <a:off x="1197864" y="457200"/>
            <a:ext cx="228600" cy="210312"/>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a:t>
            </a:r>
            <a:endParaRPr lang="en-US" sz="1200" dirty="0"/>
          </a:p>
        </p:txBody>
      </p:sp>
      <p:sp>
        <p:nvSpPr>
          <p:cNvPr id="12" name="Shape 10"/>
          <p:cNvSpPr/>
          <p:nvPr/>
        </p:nvSpPr>
        <p:spPr>
          <a:xfrm>
            <a:off x="1572768" y="475488"/>
            <a:ext cx="7818120" cy="246888"/>
          </a:xfrm>
          <a:prstGeom prst="roundRect">
            <a:avLst>
              <a:gd name="adj" fmla="val 14815"/>
            </a:avLst>
          </a:prstGeom>
          <a:solidFill>
            <a:srgbClr val="FFFFFF">
              <a:alpha val="93000"/>
            </a:srgbClr>
          </a:solidFill>
          <a:ln w="7620">
            <a:solidFill>
              <a:srgbClr val="9ED0EC"/>
            </a:solidFill>
            <a:prstDash val="solid"/>
          </a:ln>
        </p:spPr>
      </p:sp>
      <p:sp>
        <p:nvSpPr>
          <p:cNvPr id="13" name="Text 11"/>
          <p:cNvSpPr/>
          <p:nvPr/>
        </p:nvSpPr>
        <p:spPr>
          <a:xfrm>
            <a:off x="1755648" y="507492"/>
            <a:ext cx="7452360" cy="128016"/>
          </a:xfrm>
          <a:prstGeom prst="rect">
            <a:avLst/>
          </a:prstGeom>
          <a:noFill/>
          <a:ln/>
        </p:spPr>
        <p:txBody>
          <a:bodyPr wrap="square" lIns="0" tIns="0" rIns="0" bIns="0" rtlCol="0" anchor="ctr"/>
          <a:lstStyle/>
          <a:p>
            <a:pPr indent="0" marL="0">
              <a:buNone/>
            </a:pPr>
            <a:r>
              <a:rPr lang="en-US" sz="730" spc="80" kern="0" dirty="0">
                <a:solidFill>
                  <a:srgbClr val="194C6C"/>
                </a:solidFill>
                <a:latin typeface="Noto Sans Mono" pitchFamily="34" charset="0"/>
                <a:ea typeface="Noto Sans Mono" pitchFamily="34" charset="-122"/>
                <a:cs typeface="Noto Sans Mono" pitchFamily="34" charset="-120"/>
              </a:rPr>
              <a:t>baseaccess://capitulo-1/presidencia</a:t>
            </a:r>
            <a:endParaRPr lang="en-US" sz="730" dirty="0"/>
          </a:p>
        </p:txBody>
      </p:sp>
      <p:sp>
        <p:nvSpPr>
          <p:cNvPr id="14" name="Shape 12"/>
          <p:cNvSpPr/>
          <p:nvPr/>
        </p:nvSpPr>
        <p:spPr>
          <a:xfrm>
            <a:off x="10771632" y="502920"/>
            <a:ext cx="164592" cy="164592"/>
          </a:xfrm>
          <a:prstGeom prst="ellipse">
            <a:avLst/>
          </a:prstGeom>
          <a:solidFill>
            <a:srgbClr val="F6CA45"/>
          </a:solidFill>
          <a:ln w="6350">
            <a:solidFill>
              <a:srgbClr val="FFFFFF"/>
            </a:solidFill>
            <a:prstDash val="solid"/>
          </a:ln>
        </p:spPr>
      </p:sp>
      <p:sp>
        <p:nvSpPr>
          <p:cNvPr id="15" name="Shape 13"/>
          <p:cNvSpPr/>
          <p:nvPr/>
        </p:nvSpPr>
        <p:spPr>
          <a:xfrm>
            <a:off x="11055096" y="502920"/>
            <a:ext cx="164592" cy="164592"/>
          </a:xfrm>
          <a:prstGeom prst="ellipse">
            <a:avLst/>
          </a:prstGeom>
          <a:solidFill>
            <a:srgbClr val="72C81D"/>
          </a:solidFill>
          <a:ln w="6350">
            <a:solidFill>
              <a:srgbClr val="FFFFFF"/>
            </a:solidFill>
            <a:prstDash val="solid"/>
          </a:ln>
        </p:spPr>
      </p:sp>
      <p:sp>
        <p:nvSpPr>
          <p:cNvPr id="16" name="Shape 14"/>
          <p:cNvSpPr/>
          <p:nvPr/>
        </p:nvSpPr>
        <p:spPr>
          <a:xfrm>
            <a:off x="11338560" y="502920"/>
            <a:ext cx="164592" cy="164592"/>
          </a:xfrm>
          <a:prstGeom prst="ellipse">
            <a:avLst/>
          </a:prstGeom>
          <a:solidFill>
            <a:srgbClr val="F06A78"/>
          </a:solidFill>
          <a:ln w="6350">
            <a:solidFill>
              <a:srgbClr val="FFFFFF"/>
            </a:solidFill>
            <a:prstDash val="solid"/>
          </a:ln>
        </p:spPr>
      </p:sp>
      <p:sp>
        <p:nvSpPr>
          <p:cNvPr id="17" name="Shape 15"/>
          <p:cNvSpPr/>
          <p:nvPr/>
        </p:nvSpPr>
        <p:spPr>
          <a:xfrm>
            <a:off x="585216" y="932688"/>
            <a:ext cx="2011680" cy="347472"/>
          </a:xfrm>
          <a:prstGeom prst="roundRect">
            <a:avLst>
              <a:gd name="adj" fmla="val 10526"/>
            </a:avLst>
          </a:prstGeom>
          <a:solidFill>
            <a:srgbClr val="FFFFFF">
              <a:alpha val="98000"/>
            </a:srgbClr>
          </a:solidFill>
          <a:ln w="8890">
            <a:solidFill>
              <a:srgbClr val="FFFFFF"/>
            </a:solidFill>
            <a:prstDash val="solid"/>
          </a:ln>
        </p:spPr>
      </p:sp>
      <p:sp>
        <p:nvSpPr>
          <p:cNvPr id="18" name="Text 16"/>
          <p:cNvSpPr/>
          <p:nvPr/>
        </p:nvSpPr>
        <p:spPr>
          <a:xfrm>
            <a:off x="658368" y="1019556"/>
            <a:ext cx="1865376" cy="137160"/>
          </a:xfrm>
          <a:prstGeom prst="rect">
            <a:avLst/>
          </a:prstGeom>
          <a:noFill/>
          <a:ln/>
        </p:spPr>
        <p:txBody>
          <a:bodyPr wrap="square" lIns="0" tIns="0" rIns="0" bIns="0" rtlCol="0" anchor="ctr"/>
          <a:lstStyle/>
          <a:p>
            <a:pPr algn="ctr" indent="0" marL="0">
              <a:buNone/>
            </a:pPr>
            <a:r>
              <a:rPr lang="en-US" sz="720" b="1" dirty="0">
                <a:solidFill>
                  <a:srgbClr val="194C6C"/>
                </a:solidFill>
                <a:latin typeface="Noto Sans Mono" pitchFamily="34" charset="0"/>
                <a:ea typeface="Noto Sans Mono" pitchFamily="34" charset="-122"/>
                <a:cs typeface="Noto Sans Mono" pitchFamily="34" charset="-120"/>
              </a:rPr>
              <a:t>I  Empresa</a:t>
            </a:r>
            <a:endParaRPr lang="en-US" sz="720" dirty="0"/>
          </a:p>
        </p:txBody>
      </p:sp>
      <p:sp>
        <p:nvSpPr>
          <p:cNvPr id="19" name="Shape 17"/>
          <p:cNvSpPr/>
          <p:nvPr/>
        </p:nvSpPr>
        <p:spPr>
          <a:xfrm>
            <a:off x="2798064" y="932688"/>
            <a:ext cx="2011680" cy="347472"/>
          </a:xfrm>
          <a:prstGeom prst="roundRect">
            <a:avLst>
              <a:gd name="adj" fmla="val 10526"/>
            </a:avLst>
          </a:prstGeom>
          <a:solidFill>
            <a:srgbClr val="D7EEFA">
              <a:alpha val="85000"/>
            </a:srgbClr>
          </a:solidFill>
          <a:ln w="8890">
            <a:solidFill>
              <a:srgbClr val="9ED0EC"/>
            </a:solidFill>
            <a:prstDash val="solid"/>
          </a:ln>
        </p:spPr>
      </p:sp>
      <p:sp>
        <p:nvSpPr>
          <p:cNvPr id="20" name="Text 18"/>
          <p:cNvSpPr/>
          <p:nvPr/>
        </p:nvSpPr>
        <p:spPr>
          <a:xfrm>
            <a:off x="2871216" y="1019556"/>
            <a:ext cx="1865376" cy="137160"/>
          </a:xfrm>
          <a:prstGeom prst="rect">
            <a:avLst/>
          </a:prstGeom>
          <a:noFill/>
          <a:ln/>
        </p:spPr>
        <p:txBody>
          <a:bodyPr wrap="square" lIns="0" tIns="0" rIns="0" bIns="0" rtlCol="0" anchor="ctr"/>
          <a:lstStyle/>
          <a:p>
            <a:pPr algn="ctr" indent="0" marL="0">
              <a:buNone/>
            </a:pPr>
            <a:r>
              <a:rPr lang="en-US" sz="720" dirty="0">
                <a:solidFill>
                  <a:srgbClr val="5B7382"/>
                </a:solidFill>
                <a:latin typeface="Noto Sans Mono" pitchFamily="34" charset="0"/>
                <a:ea typeface="Noto Sans Mono" pitchFamily="34" charset="-122"/>
                <a:cs typeface="Noto Sans Mono" pitchFamily="34" charset="-120"/>
              </a:rPr>
              <a:t>II  Diagnóstico</a:t>
            </a:r>
            <a:endParaRPr lang="en-US" sz="720" dirty="0"/>
          </a:p>
        </p:txBody>
      </p:sp>
      <p:sp>
        <p:nvSpPr>
          <p:cNvPr id="21" name="Shape 19"/>
          <p:cNvSpPr/>
          <p:nvPr/>
        </p:nvSpPr>
        <p:spPr>
          <a:xfrm>
            <a:off x="5010912" y="932688"/>
            <a:ext cx="2011680" cy="347472"/>
          </a:xfrm>
          <a:prstGeom prst="roundRect">
            <a:avLst>
              <a:gd name="adj" fmla="val 10526"/>
            </a:avLst>
          </a:prstGeom>
          <a:solidFill>
            <a:srgbClr val="D7EEFA">
              <a:alpha val="85000"/>
            </a:srgbClr>
          </a:solidFill>
          <a:ln w="8890">
            <a:solidFill>
              <a:srgbClr val="9ED0EC"/>
            </a:solidFill>
            <a:prstDash val="solid"/>
          </a:ln>
        </p:spPr>
      </p:sp>
      <p:sp>
        <p:nvSpPr>
          <p:cNvPr id="22" name="Text 20"/>
          <p:cNvSpPr/>
          <p:nvPr/>
        </p:nvSpPr>
        <p:spPr>
          <a:xfrm>
            <a:off x="5084064" y="1019556"/>
            <a:ext cx="1865376" cy="137160"/>
          </a:xfrm>
          <a:prstGeom prst="rect">
            <a:avLst/>
          </a:prstGeom>
          <a:noFill/>
          <a:ln/>
        </p:spPr>
        <p:txBody>
          <a:bodyPr wrap="square" lIns="0" tIns="0" rIns="0" bIns="0" rtlCol="0" anchor="ctr"/>
          <a:lstStyle/>
          <a:p>
            <a:pPr algn="ctr" indent="0" marL="0">
              <a:buNone/>
            </a:pPr>
            <a:r>
              <a:rPr lang="en-US" sz="720" dirty="0">
                <a:solidFill>
                  <a:srgbClr val="5B7382"/>
                </a:solidFill>
                <a:latin typeface="Noto Sans Mono" pitchFamily="34" charset="0"/>
                <a:ea typeface="Noto Sans Mono" pitchFamily="34" charset="-122"/>
                <a:cs typeface="Noto Sans Mono" pitchFamily="34" charset="-120"/>
              </a:rPr>
              <a:t>III  Fundamentos</a:t>
            </a:r>
            <a:endParaRPr lang="en-US" sz="720" dirty="0"/>
          </a:p>
        </p:txBody>
      </p:sp>
      <p:sp>
        <p:nvSpPr>
          <p:cNvPr id="23" name="Shape 21"/>
          <p:cNvSpPr/>
          <p:nvPr/>
        </p:nvSpPr>
        <p:spPr>
          <a:xfrm>
            <a:off x="7223760" y="932688"/>
            <a:ext cx="2011680" cy="347472"/>
          </a:xfrm>
          <a:prstGeom prst="roundRect">
            <a:avLst>
              <a:gd name="adj" fmla="val 10526"/>
            </a:avLst>
          </a:prstGeom>
          <a:solidFill>
            <a:srgbClr val="D7EEFA">
              <a:alpha val="85000"/>
            </a:srgbClr>
          </a:solidFill>
          <a:ln w="8890">
            <a:solidFill>
              <a:srgbClr val="9ED0EC"/>
            </a:solidFill>
            <a:prstDash val="solid"/>
          </a:ln>
        </p:spPr>
      </p:sp>
      <p:sp>
        <p:nvSpPr>
          <p:cNvPr id="24" name="Text 22"/>
          <p:cNvSpPr/>
          <p:nvPr/>
        </p:nvSpPr>
        <p:spPr>
          <a:xfrm>
            <a:off x="7296912" y="1019556"/>
            <a:ext cx="1865376" cy="137160"/>
          </a:xfrm>
          <a:prstGeom prst="rect">
            <a:avLst/>
          </a:prstGeom>
          <a:noFill/>
          <a:ln/>
        </p:spPr>
        <p:txBody>
          <a:bodyPr wrap="square" lIns="0" tIns="0" rIns="0" bIns="0" rtlCol="0" anchor="ctr"/>
          <a:lstStyle/>
          <a:p>
            <a:pPr algn="ctr" indent="0" marL="0">
              <a:buNone/>
            </a:pPr>
            <a:r>
              <a:rPr lang="en-US" sz="720" dirty="0">
                <a:solidFill>
                  <a:srgbClr val="5B7382"/>
                </a:solidFill>
                <a:latin typeface="Noto Sans Mono" pitchFamily="34" charset="0"/>
                <a:ea typeface="Noto Sans Mono" pitchFamily="34" charset="-122"/>
                <a:cs typeface="Noto Sans Mono" pitchFamily="34" charset="-120"/>
              </a:rPr>
              <a:t>IV  Desarrollo</a:t>
            </a:r>
            <a:endParaRPr lang="en-US" sz="720" dirty="0"/>
          </a:p>
        </p:txBody>
      </p:sp>
      <p:sp>
        <p:nvSpPr>
          <p:cNvPr id="25" name="Shape 23"/>
          <p:cNvSpPr/>
          <p:nvPr/>
        </p:nvSpPr>
        <p:spPr>
          <a:xfrm>
            <a:off x="9436608" y="932688"/>
            <a:ext cx="2011680" cy="347472"/>
          </a:xfrm>
          <a:prstGeom prst="roundRect">
            <a:avLst>
              <a:gd name="adj" fmla="val 10526"/>
            </a:avLst>
          </a:prstGeom>
          <a:solidFill>
            <a:srgbClr val="D7EEFA">
              <a:alpha val="85000"/>
            </a:srgbClr>
          </a:solidFill>
          <a:ln w="8890">
            <a:solidFill>
              <a:srgbClr val="9ED0EC"/>
            </a:solidFill>
            <a:prstDash val="solid"/>
          </a:ln>
        </p:spPr>
      </p:sp>
      <p:sp>
        <p:nvSpPr>
          <p:cNvPr id="26" name="Text 24"/>
          <p:cNvSpPr/>
          <p:nvPr/>
        </p:nvSpPr>
        <p:spPr>
          <a:xfrm>
            <a:off x="9509760" y="1019556"/>
            <a:ext cx="1865376" cy="137160"/>
          </a:xfrm>
          <a:prstGeom prst="rect">
            <a:avLst/>
          </a:prstGeom>
          <a:noFill/>
          <a:ln/>
        </p:spPr>
        <p:txBody>
          <a:bodyPr wrap="square" lIns="0" tIns="0" rIns="0" bIns="0" rtlCol="0" anchor="ctr"/>
          <a:lstStyle/>
          <a:p>
            <a:pPr algn="ctr" indent="0" marL="0">
              <a:buNone/>
            </a:pPr>
            <a:r>
              <a:rPr lang="en-US" sz="720" dirty="0">
                <a:solidFill>
                  <a:srgbClr val="5B7382"/>
                </a:solidFill>
                <a:latin typeface="Noto Sans Mono" pitchFamily="34" charset="0"/>
                <a:ea typeface="Noto Sans Mono" pitchFamily="34" charset="-122"/>
                <a:cs typeface="Noto Sans Mono" pitchFamily="34" charset="-120"/>
              </a:rPr>
              <a:t>V  Resultados</a:t>
            </a:r>
            <a:endParaRPr lang="en-US" sz="720" dirty="0"/>
          </a:p>
        </p:txBody>
      </p:sp>
      <p:sp>
        <p:nvSpPr>
          <p:cNvPr id="27" name="Shape 25"/>
          <p:cNvSpPr/>
          <p:nvPr/>
        </p:nvSpPr>
        <p:spPr>
          <a:xfrm>
            <a:off x="402336" y="6236208"/>
            <a:ext cx="11384280" cy="246888"/>
          </a:xfrm>
          <a:prstGeom prst="roundRect">
            <a:avLst>
              <a:gd name="adj" fmla="val 12963"/>
            </a:avLst>
          </a:prstGeom>
          <a:solidFill>
            <a:srgbClr val="D7EEFA">
              <a:alpha val="88000"/>
            </a:srgbClr>
          </a:solidFill>
          <a:ln w="7620">
            <a:solidFill>
              <a:srgbClr val="9ED0EC"/>
            </a:solidFill>
            <a:prstDash val="solid"/>
          </a:ln>
        </p:spPr>
      </p:sp>
      <p:sp>
        <p:nvSpPr>
          <p:cNvPr id="28" name="Shape 26"/>
          <p:cNvSpPr/>
          <p:nvPr/>
        </p:nvSpPr>
        <p:spPr>
          <a:xfrm>
            <a:off x="576072" y="6304788"/>
            <a:ext cx="109728" cy="109728"/>
          </a:xfrm>
          <a:prstGeom prst="ellipse">
            <a:avLst/>
          </a:prstGeom>
          <a:solidFill>
            <a:srgbClr val="72C81D"/>
          </a:solidFill>
          <a:ln w="6350">
            <a:solidFill>
              <a:srgbClr val="438C0D"/>
            </a:solidFill>
            <a:prstDash val="solid"/>
          </a:ln>
        </p:spPr>
      </p:sp>
      <p:sp>
        <p:nvSpPr>
          <p:cNvPr id="29" name="Text 27"/>
          <p:cNvSpPr/>
          <p:nvPr/>
        </p:nvSpPr>
        <p:spPr>
          <a:xfrm>
            <a:off x="768096" y="6286500"/>
            <a:ext cx="8961120" cy="118872"/>
          </a:xfrm>
          <a:prstGeom prst="rect">
            <a:avLst/>
          </a:prstGeom>
          <a:noFill/>
          <a:ln/>
        </p:spPr>
        <p:txBody>
          <a:bodyPr wrap="square" lIns="0" tIns="0" rIns="0" bIns="0" rtlCol="0" anchor="ctr"/>
          <a:lstStyle/>
          <a:p>
            <a:pPr indent="0" marL="0">
              <a:buNone/>
            </a:pPr>
            <a:r>
              <a:rPr lang="en-US" sz="680" dirty="0">
                <a:solidFill>
                  <a:srgbClr val="194C6C"/>
                </a:solidFill>
                <a:latin typeface="Noto Sans Mono" pitchFamily="34" charset="0"/>
                <a:ea typeface="Noto Sans Mono" pitchFamily="34" charset="-122"/>
                <a:cs typeface="Noto Sans Mono" pitchFamily="34" charset="-120"/>
              </a:rPr>
              <a:t>Proceso real identificado · recepción a despacho</a:t>
            </a:r>
            <a:endParaRPr lang="en-US" sz="680" dirty="0"/>
          </a:p>
        </p:txBody>
      </p:sp>
      <p:sp>
        <p:nvSpPr>
          <p:cNvPr id="30" name="Text 28"/>
          <p:cNvSpPr/>
          <p:nvPr/>
        </p:nvSpPr>
        <p:spPr>
          <a:xfrm>
            <a:off x="10652760" y="6281928"/>
            <a:ext cx="822960" cy="128016"/>
          </a:xfrm>
          <a:prstGeom prst="rect">
            <a:avLst/>
          </a:prstGeom>
          <a:noFill/>
          <a:ln/>
        </p:spPr>
        <p:txBody>
          <a:bodyPr wrap="square" lIns="0" tIns="0" rIns="0" bIns="0" rtlCol="0" anchor="ctr"/>
          <a:lstStyle/>
          <a:p>
            <a:pPr algn="r" indent="0" marL="0">
              <a:buNone/>
            </a:pPr>
            <a:r>
              <a:rPr lang="en-US" sz="680" b="1" dirty="0">
                <a:solidFill>
                  <a:srgbClr val="194C6C"/>
                </a:solidFill>
                <a:latin typeface="Noto Sans Mono" pitchFamily="34" charset="0"/>
                <a:ea typeface="Noto Sans Mono" pitchFamily="34" charset="-122"/>
                <a:cs typeface="Noto Sans Mono" pitchFamily="34" charset="-120"/>
              </a:rPr>
              <a:t>03 / 10</a:t>
            </a:r>
            <a:endParaRPr lang="en-US" sz="680" dirty="0"/>
          </a:p>
        </p:txBody>
      </p:sp>
      <p:sp>
        <p:nvSpPr>
          <p:cNvPr id="31" name="Text 29"/>
          <p:cNvSpPr/>
          <p:nvPr/>
        </p:nvSpPr>
        <p:spPr>
          <a:xfrm>
            <a:off x="658368" y="1417320"/>
            <a:ext cx="7132320" cy="182880"/>
          </a:xfrm>
          <a:prstGeom prst="rect">
            <a:avLst/>
          </a:prstGeom>
          <a:noFill/>
          <a:ln/>
        </p:spPr>
        <p:txBody>
          <a:bodyPr wrap="square" lIns="0" tIns="0" rIns="0" bIns="0" rtlCol="0" anchor="ctr"/>
          <a:lstStyle/>
          <a:p>
            <a:pPr indent="0" marL="0">
              <a:buNone/>
            </a:pPr>
            <a:r>
              <a:rPr lang="en-US" sz="800" b="1" spc="90" kern="0" dirty="0">
                <a:solidFill>
                  <a:srgbClr val="1F84D0"/>
                </a:solidFill>
                <a:latin typeface="Noto Sans Mono" pitchFamily="34" charset="0"/>
                <a:ea typeface="Noto Sans Mono" pitchFamily="34" charset="-122"/>
                <a:cs typeface="Noto Sans Mono" pitchFamily="34" charset="-120"/>
              </a:rPr>
              <a:t>CAPÍTULO I · REALIDAD ORGANIZACIONAL</a:t>
            </a:r>
            <a:endParaRPr lang="en-US" sz="800" dirty="0"/>
          </a:p>
        </p:txBody>
      </p:sp>
      <p:sp>
        <p:nvSpPr>
          <p:cNvPr id="32" name="Text 30"/>
          <p:cNvSpPr/>
          <p:nvPr/>
        </p:nvSpPr>
        <p:spPr>
          <a:xfrm>
            <a:off x="658368" y="1627632"/>
            <a:ext cx="10835640" cy="585216"/>
          </a:xfrm>
          <a:prstGeom prst="rect">
            <a:avLst/>
          </a:prstGeom>
          <a:noFill/>
          <a:ln/>
        </p:spPr>
        <p:txBody>
          <a:bodyPr wrap="square" lIns="0" tIns="0" rIns="0" bIns="0" rtlCol="0" anchor="ctr"/>
          <a:lstStyle/>
          <a:p>
            <a:pPr indent="0" marL="0">
              <a:buNone/>
            </a:pPr>
            <a:r>
              <a:rPr lang="en-US" sz="2900" b="1" dirty="0">
                <a:solidFill>
                  <a:srgbClr val="17384D"/>
                </a:solidFill>
                <a:latin typeface="Trebuchet MS" pitchFamily="34" charset="0"/>
                <a:ea typeface="Trebuchet MS" pitchFamily="34" charset="-122"/>
                <a:cs typeface="Trebuchet MS" pitchFamily="34" charset="-120"/>
              </a:rPr>
              <a:t>Empresa y área de pasantía</a:t>
            </a:r>
            <a:endParaRPr lang="en-US" sz="2900" dirty="0"/>
          </a:p>
        </p:txBody>
      </p:sp>
      <p:sp>
        <p:nvSpPr>
          <p:cNvPr id="33" name="Shape 31"/>
          <p:cNvSpPr/>
          <p:nvPr/>
        </p:nvSpPr>
        <p:spPr>
          <a:xfrm>
            <a:off x="658368" y="2304288"/>
            <a:ext cx="2331720" cy="2331720"/>
          </a:xfrm>
          <a:prstGeom prst="roundRect">
            <a:avLst>
              <a:gd name="adj" fmla="val 3137"/>
            </a:avLst>
          </a:prstGeom>
          <a:solidFill>
            <a:srgbClr val="FFFFFF"/>
          </a:solidFill>
          <a:ln w="13970">
            <a:solidFill>
              <a:srgbClr val="FFFFFF"/>
            </a:solidFill>
            <a:prstDash val="solid"/>
          </a:ln>
        </p:spPr>
      </p:sp>
      <p:pic>
        <p:nvPicPr>
          <p:cNvPr id="34" name="Image 0" descr="/home/user/Documentos/tarea_pasantia/juliano/imagenes/logo.png">    </p:cNvPr>
          <p:cNvPicPr>
            <a:picLocks noChangeAspect="1"/>
          </p:cNvPicPr>
          <p:nvPr/>
        </p:nvPicPr>
        <p:blipFill>
          <a:blip r:embed="rId1"/>
          <a:stretch>
            <a:fillRect/>
          </a:stretch>
        </p:blipFill>
        <p:spPr>
          <a:xfrm>
            <a:off x="822960" y="2468880"/>
            <a:ext cx="2002536" cy="2002536"/>
          </a:xfrm>
          <a:prstGeom prst="rect">
            <a:avLst/>
          </a:prstGeom>
        </p:spPr>
      </p:pic>
      <p:sp>
        <p:nvSpPr>
          <p:cNvPr id="35" name="Shape 32"/>
          <p:cNvSpPr/>
          <p:nvPr/>
        </p:nvSpPr>
        <p:spPr>
          <a:xfrm>
            <a:off x="3310128" y="2267712"/>
            <a:ext cx="8165592" cy="658368"/>
          </a:xfrm>
          <a:prstGeom prst="roundRect">
            <a:avLst>
              <a:gd name="adj" fmla="val 6944"/>
            </a:avLst>
          </a:prstGeom>
          <a:solidFill>
            <a:srgbClr val="FFFFFF">
              <a:alpha val="96000"/>
            </a:srgbClr>
          </a:solidFill>
          <a:ln w="13970">
            <a:solidFill>
              <a:srgbClr val="FFFFFF"/>
            </a:solidFill>
            <a:prstDash val="solid"/>
          </a:ln>
        </p:spPr>
      </p:sp>
      <p:sp>
        <p:nvSpPr>
          <p:cNvPr id="36" name="Shape 33"/>
          <p:cNvSpPr/>
          <p:nvPr/>
        </p:nvSpPr>
        <p:spPr>
          <a:xfrm>
            <a:off x="3328416" y="2286000"/>
            <a:ext cx="8129016" cy="128016"/>
          </a:xfrm>
          <a:prstGeom prst="roundRect">
            <a:avLst>
              <a:gd name="adj" fmla="val 28571"/>
            </a:avLst>
          </a:prstGeom>
          <a:solidFill>
            <a:srgbClr val="FFFFFF">
              <a:alpha val="52000"/>
            </a:srgbClr>
          </a:solidFill>
          <a:ln w="12700">
            <a:solidFill>
              <a:srgbClr val="FFFFFF">
                <a:alpha val="0"/>
              </a:srgbClr>
            </a:solidFill>
            <a:prstDash val="solid"/>
          </a:ln>
        </p:spPr>
      </p:sp>
      <p:sp>
        <p:nvSpPr>
          <p:cNvPr id="37" name="Shape 34"/>
          <p:cNvSpPr/>
          <p:nvPr/>
        </p:nvSpPr>
        <p:spPr>
          <a:xfrm>
            <a:off x="3310128" y="2267712"/>
            <a:ext cx="64008" cy="658368"/>
          </a:xfrm>
          <a:prstGeom prst="rect">
            <a:avLst/>
          </a:prstGeom>
          <a:solidFill>
            <a:srgbClr val="1F84D0"/>
          </a:solidFill>
          <a:ln w="12700">
            <a:solidFill>
              <a:srgbClr val="1F84D0"/>
            </a:solidFill>
            <a:prstDash val="solid"/>
          </a:ln>
        </p:spPr>
      </p:sp>
      <p:sp>
        <p:nvSpPr>
          <p:cNvPr id="38" name="Text 35"/>
          <p:cNvSpPr/>
          <p:nvPr/>
        </p:nvSpPr>
        <p:spPr>
          <a:xfrm>
            <a:off x="3493008" y="2377440"/>
            <a:ext cx="7836408" cy="438912"/>
          </a:xfrm>
          <a:prstGeom prst="rect">
            <a:avLst/>
          </a:prstGeom>
          <a:noFill/>
          <a:ln/>
        </p:spPr>
        <p:txBody>
          <a:bodyPr wrap="square" lIns="0" tIns="0" rIns="0" bIns="0" rtlCol="0" anchor="ctr"/>
          <a:lstStyle/>
          <a:p>
            <a:pPr algn="l" indent="0" marL="0">
              <a:buNone/>
            </a:pPr>
            <a:r>
              <a:rPr lang="en-US" sz="700" b="1" spc="80" kern="0" dirty="0">
                <a:solidFill>
                  <a:srgbClr val="1F84D0"/>
                </a:solidFill>
                <a:latin typeface="Noto Sans Mono" pitchFamily="34" charset="0"/>
                <a:ea typeface="Noto Sans Mono" pitchFamily="34" charset="-122"/>
                <a:cs typeface="Noto Sans Mono" pitchFamily="34" charset="-120"/>
              </a:rPr>
              <a:t>EMPRESA</a:t>
            </a:r>
            <a:endParaRPr lang="en-US" sz="700" dirty="0"/>
          </a:p>
          <a:p>
            <a:pPr algn="l" indent="0" marL="0">
              <a:buNone/>
            </a:pPr>
            <a:r>
              <a:rPr lang="en-US" sz="1450" b="1" dirty="0">
                <a:solidFill>
                  <a:srgbClr val="17384D"/>
                </a:solidFill>
                <a:latin typeface="Trebuchet MS" pitchFamily="34" charset="0"/>
                <a:ea typeface="Trebuchet MS" pitchFamily="34" charset="-122"/>
                <a:cs typeface="Trebuchet MS" pitchFamily="34" charset="-120"/>
              </a:rPr>
              <a:t>Empresa Mixta Petrolera Venangocupet, S.A.</a:t>
            </a:r>
            <a:endParaRPr lang="en-US" sz="700" dirty="0"/>
          </a:p>
        </p:txBody>
      </p:sp>
      <p:sp>
        <p:nvSpPr>
          <p:cNvPr id="39" name="Shape 36"/>
          <p:cNvSpPr/>
          <p:nvPr/>
        </p:nvSpPr>
        <p:spPr>
          <a:xfrm>
            <a:off x="3310128" y="3090672"/>
            <a:ext cx="8165592" cy="658368"/>
          </a:xfrm>
          <a:prstGeom prst="roundRect">
            <a:avLst>
              <a:gd name="adj" fmla="val 6944"/>
            </a:avLst>
          </a:prstGeom>
          <a:solidFill>
            <a:srgbClr val="FFFFFF">
              <a:alpha val="96000"/>
            </a:srgbClr>
          </a:solidFill>
          <a:ln w="13970">
            <a:solidFill>
              <a:srgbClr val="FFFFFF"/>
            </a:solidFill>
            <a:prstDash val="solid"/>
          </a:ln>
        </p:spPr>
      </p:sp>
      <p:sp>
        <p:nvSpPr>
          <p:cNvPr id="40" name="Shape 37"/>
          <p:cNvSpPr/>
          <p:nvPr/>
        </p:nvSpPr>
        <p:spPr>
          <a:xfrm>
            <a:off x="3328416" y="3108960"/>
            <a:ext cx="8129016" cy="128016"/>
          </a:xfrm>
          <a:prstGeom prst="roundRect">
            <a:avLst>
              <a:gd name="adj" fmla="val 28571"/>
            </a:avLst>
          </a:prstGeom>
          <a:solidFill>
            <a:srgbClr val="FFFFFF">
              <a:alpha val="52000"/>
            </a:srgbClr>
          </a:solidFill>
          <a:ln w="12700">
            <a:solidFill>
              <a:srgbClr val="FFFFFF">
                <a:alpha val="0"/>
              </a:srgbClr>
            </a:solidFill>
            <a:prstDash val="solid"/>
          </a:ln>
        </p:spPr>
      </p:sp>
      <p:sp>
        <p:nvSpPr>
          <p:cNvPr id="41" name="Shape 38"/>
          <p:cNvSpPr/>
          <p:nvPr/>
        </p:nvSpPr>
        <p:spPr>
          <a:xfrm>
            <a:off x="3310128" y="3090672"/>
            <a:ext cx="64008" cy="658368"/>
          </a:xfrm>
          <a:prstGeom prst="rect">
            <a:avLst/>
          </a:prstGeom>
          <a:solidFill>
            <a:srgbClr val="1F84D0"/>
          </a:solidFill>
          <a:ln w="12700">
            <a:solidFill>
              <a:srgbClr val="1F84D0"/>
            </a:solidFill>
            <a:prstDash val="solid"/>
          </a:ln>
        </p:spPr>
      </p:sp>
      <p:sp>
        <p:nvSpPr>
          <p:cNvPr id="42" name="Text 39"/>
          <p:cNvSpPr/>
          <p:nvPr/>
        </p:nvSpPr>
        <p:spPr>
          <a:xfrm>
            <a:off x="3493008" y="3200400"/>
            <a:ext cx="7836408" cy="438912"/>
          </a:xfrm>
          <a:prstGeom prst="rect">
            <a:avLst/>
          </a:prstGeom>
          <a:noFill/>
          <a:ln/>
        </p:spPr>
        <p:txBody>
          <a:bodyPr wrap="square" lIns="0" tIns="0" rIns="0" bIns="0" rtlCol="0" anchor="ctr"/>
          <a:lstStyle/>
          <a:p>
            <a:pPr algn="l" indent="0" marL="0">
              <a:buNone/>
            </a:pPr>
            <a:r>
              <a:rPr lang="en-US" sz="700" b="1" spc="80" kern="0" dirty="0">
                <a:solidFill>
                  <a:srgbClr val="1F84D0"/>
                </a:solidFill>
                <a:latin typeface="Noto Sans Mono" pitchFamily="34" charset="0"/>
                <a:ea typeface="Noto Sans Mono" pitchFamily="34" charset="-122"/>
                <a:cs typeface="Noto Sans Mono" pitchFamily="34" charset="-120"/>
              </a:rPr>
              <a:t>SECTOR</a:t>
            </a:r>
            <a:endParaRPr lang="en-US" sz="700" dirty="0"/>
          </a:p>
          <a:p>
            <a:pPr algn="l" indent="0" marL="0">
              <a:buNone/>
            </a:pPr>
            <a:r>
              <a:rPr lang="en-US" sz="1450" b="1" dirty="0">
                <a:solidFill>
                  <a:srgbClr val="17384D"/>
                </a:solidFill>
                <a:latin typeface="Trebuchet MS" pitchFamily="34" charset="0"/>
                <a:ea typeface="Trebuchet MS" pitchFamily="34" charset="-122"/>
                <a:cs typeface="Trebuchet MS" pitchFamily="34" charset="-120"/>
              </a:rPr>
              <a:t>Hidrocarburos</a:t>
            </a:r>
            <a:endParaRPr lang="en-US" sz="700" dirty="0"/>
          </a:p>
        </p:txBody>
      </p:sp>
      <p:sp>
        <p:nvSpPr>
          <p:cNvPr id="43" name="Shape 40"/>
          <p:cNvSpPr/>
          <p:nvPr/>
        </p:nvSpPr>
        <p:spPr>
          <a:xfrm>
            <a:off x="3310128" y="3913632"/>
            <a:ext cx="8165592" cy="658368"/>
          </a:xfrm>
          <a:prstGeom prst="roundRect">
            <a:avLst>
              <a:gd name="adj" fmla="val 6944"/>
            </a:avLst>
          </a:prstGeom>
          <a:solidFill>
            <a:srgbClr val="EAF8DE">
              <a:alpha val="96000"/>
            </a:srgbClr>
          </a:solidFill>
          <a:ln w="13970">
            <a:solidFill>
              <a:srgbClr val="FFFFFF"/>
            </a:solidFill>
            <a:prstDash val="solid"/>
          </a:ln>
        </p:spPr>
      </p:sp>
      <p:sp>
        <p:nvSpPr>
          <p:cNvPr id="44" name="Shape 41"/>
          <p:cNvSpPr/>
          <p:nvPr/>
        </p:nvSpPr>
        <p:spPr>
          <a:xfrm>
            <a:off x="3328416" y="3931920"/>
            <a:ext cx="8129016" cy="128016"/>
          </a:xfrm>
          <a:prstGeom prst="roundRect">
            <a:avLst>
              <a:gd name="adj" fmla="val 28571"/>
            </a:avLst>
          </a:prstGeom>
          <a:solidFill>
            <a:srgbClr val="FFFFFF">
              <a:alpha val="52000"/>
            </a:srgbClr>
          </a:solidFill>
          <a:ln w="12700">
            <a:solidFill>
              <a:srgbClr val="FFFFFF">
                <a:alpha val="0"/>
              </a:srgbClr>
            </a:solidFill>
            <a:prstDash val="solid"/>
          </a:ln>
        </p:spPr>
      </p:sp>
      <p:sp>
        <p:nvSpPr>
          <p:cNvPr id="45" name="Shape 42"/>
          <p:cNvSpPr/>
          <p:nvPr/>
        </p:nvSpPr>
        <p:spPr>
          <a:xfrm>
            <a:off x="3310128" y="3913632"/>
            <a:ext cx="64008" cy="658368"/>
          </a:xfrm>
          <a:prstGeom prst="rect">
            <a:avLst/>
          </a:prstGeom>
          <a:solidFill>
            <a:srgbClr val="72C81D"/>
          </a:solidFill>
          <a:ln w="12700">
            <a:solidFill>
              <a:srgbClr val="72C81D"/>
            </a:solidFill>
            <a:prstDash val="solid"/>
          </a:ln>
        </p:spPr>
      </p:sp>
      <p:sp>
        <p:nvSpPr>
          <p:cNvPr id="46" name="Text 43"/>
          <p:cNvSpPr/>
          <p:nvPr/>
        </p:nvSpPr>
        <p:spPr>
          <a:xfrm>
            <a:off x="3493008" y="4023360"/>
            <a:ext cx="7836408" cy="438912"/>
          </a:xfrm>
          <a:prstGeom prst="rect">
            <a:avLst/>
          </a:prstGeom>
          <a:noFill/>
          <a:ln/>
        </p:spPr>
        <p:txBody>
          <a:bodyPr wrap="square" lIns="0" tIns="0" rIns="0" bIns="0" rtlCol="0" anchor="ctr"/>
          <a:lstStyle/>
          <a:p>
            <a:pPr algn="l" indent="0" marL="0">
              <a:buNone/>
            </a:pPr>
            <a:r>
              <a:rPr lang="en-US" sz="700" b="1" spc="80" kern="0" dirty="0">
                <a:solidFill>
                  <a:srgbClr val="72C81D"/>
                </a:solidFill>
                <a:latin typeface="Noto Sans Mono" pitchFamily="34" charset="0"/>
                <a:ea typeface="Noto Sans Mono" pitchFamily="34" charset="-122"/>
                <a:cs typeface="Noto Sans Mono" pitchFamily="34" charset="-120"/>
              </a:rPr>
              <a:t>ÁREA</a:t>
            </a:r>
            <a:endParaRPr lang="en-US" sz="700" dirty="0"/>
          </a:p>
          <a:p>
            <a:pPr algn="l" indent="0" marL="0">
              <a:buNone/>
            </a:pPr>
            <a:r>
              <a:rPr lang="en-US" sz="1450" b="1" dirty="0">
                <a:solidFill>
                  <a:srgbClr val="17384D"/>
                </a:solidFill>
                <a:latin typeface="Trebuchet MS" pitchFamily="34" charset="0"/>
                <a:ea typeface="Trebuchet MS" pitchFamily="34" charset="-122"/>
                <a:cs typeface="Trebuchet MS" pitchFamily="34" charset="-120"/>
              </a:rPr>
              <a:t>Departamento de Presidencia</a:t>
            </a:r>
            <a:endParaRPr lang="en-US" sz="700" dirty="0"/>
          </a:p>
        </p:txBody>
      </p:sp>
      <p:sp>
        <p:nvSpPr>
          <p:cNvPr id="47" name="Shape 44"/>
          <p:cNvSpPr/>
          <p:nvPr/>
        </p:nvSpPr>
        <p:spPr>
          <a:xfrm>
            <a:off x="658368" y="4956048"/>
            <a:ext cx="1728216" cy="841248"/>
          </a:xfrm>
          <a:prstGeom prst="roundRect">
            <a:avLst>
              <a:gd name="adj" fmla="val 4348"/>
            </a:avLst>
          </a:prstGeom>
          <a:solidFill>
            <a:srgbClr val="FFFFFF">
              <a:alpha val="97000"/>
            </a:srgbClr>
          </a:solidFill>
          <a:ln w="10160">
            <a:solidFill>
              <a:srgbClr val="9ED0EC"/>
            </a:solidFill>
            <a:prstDash val="solid"/>
          </a:ln>
        </p:spPr>
      </p:sp>
      <p:sp>
        <p:nvSpPr>
          <p:cNvPr id="48" name="Text 45"/>
          <p:cNvSpPr/>
          <p:nvPr/>
        </p:nvSpPr>
        <p:spPr>
          <a:xfrm>
            <a:off x="722376" y="5029200"/>
            <a:ext cx="1600200" cy="694944"/>
          </a:xfrm>
          <a:prstGeom prst="rect">
            <a:avLst/>
          </a:prstGeom>
          <a:noFill/>
          <a:ln/>
        </p:spPr>
        <p:txBody>
          <a:bodyPr wrap="square" lIns="0" tIns="0" rIns="0" bIns="0" rtlCol="0" anchor="ctr"/>
          <a:lstStyle/>
          <a:p>
            <a:pPr algn="ctr" indent="0" marL="0">
              <a:buNone/>
            </a:pPr>
            <a:r>
              <a:rPr lang="en-US" sz="700" b="1" dirty="0">
                <a:solidFill>
                  <a:srgbClr val="1F84D0"/>
                </a:solidFill>
                <a:latin typeface="Noto Sans Mono" pitchFamily="34" charset="0"/>
                <a:ea typeface="Noto Sans Mono" pitchFamily="34" charset="-122"/>
                <a:cs typeface="Noto Sans Mono" pitchFamily="34" charset="-120"/>
              </a:rPr>
              <a:t>01</a:t>
            </a:r>
            <a:endParaRPr lang="en-US" sz="700" dirty="0"/>
          </a:p>
          <a:p>
            <a:pPr algn="ctr" indent="0" marL="0">
              <a:buNone/>
            </a:pPr>
            <a:r>
              <a:rPr lang="en-US" sz="1050" b="1" dirty="0">
                <a:solidFill>
                  <a:srgbClr val="17384D"/>
                </a:solidFill>
                <a:latin typeface="Trebuchet MS" pitchFamily="34" charset="0"/>
                <a:ea typeface="Trebuchet MS" pitchFamily="34" charset="-122"/>
                <a:cs typeface="Trebuchet MS" pitchFamily="34" charset="-120"/>
              </a:rPr>
              <a:t>Recepción</a:t>
            </a:r>
            <a:endParaRPr lang="en-US" sz="700" dirty="0"/>
          </a:p>
        </p:txBody>
      </p:sp>
      <p:sp>
        <p:nvSpPr>
          <p:cNvPr id="49" name="Text 46"/>
          <p:cNvSpPr/>
          <p:nvPr/>
        </p:nvSpPr>
        <p:spPr>
          <a:xfrm>
            <a:off x="2377440" y="5266944"/>
            <a:ext cx="109728" cy="201168"/>
          </a:xfrm>
          <a:prstGeom prst="rect">
            <a:avLst/>
          </a:prstGeom>
          <a:noFill/>
          <a:ln/>
        </p:spPr>
        <p:txBody>
          <a:bodyPr wrap="square" lIns="0" tIns="0" rIns="0" bIns="0" rtlCol="0" anchor="ctr"/>
          <a:lstStyle/>
          <a:p>
            <a:pPr algn="ctr" indent="0" marL="0">
              <a:buNone/>
            </a:pPr>
            <a:r>
              <a:rPr lang="en-US" sz="1000" b="1" dirty="0">
                <a:solidFill>
                  <a:srgbClr val="1F84D0"/>
                </a:solidFill>
                <a:latin typeface="Trebuchet MS" pitchFamily="34" charset="0"/>
                <a:ea typeface="Trebuchet MS" pitchFamily="34" charset="-122"/>
                <a:cs typeface="Trebuchet MS" pitchFamily="34" charset="-120"/>
              </a:rPr>
              <a:t>→</a:t>
            </a:r>
            <a:endParaRPr lang="en-US" sz="1000" dirty="0"/>
          </a:p>
        </p:txBody>
      </p:sp>
      <p:sp>
        <p:nvSpPr>
          <p:cNvPr id="50" name="Shape 47"/>
          <p:cNvSpPr/>
          <p:nvPr/>
        </p:nvSpPr>
        <p:spPr>
          <a:xfrm>
            <a:off x="2478024" y="4956048"/>
            <a:ext cx="1728216" cy="841248"/>
          </a:xfrm>
          <a:prstGeom prst="roundRect">
            <a:avLst>
              <a:gd name="adj" fmla="val 4348"/>
            </a:avLst>
          </a:prstGeom>
          <a:solidFill>
            <a:srgbClr val="FFFFFF">
              <a:alpha val="97000"/>
            </a:srgbClr>
          </a:solidFill>
          <a:ln w="10160">
            <a:solidFill>
              <a:srgbClr val="9ED0EC"/>
            </a:solidFill>
            <a:prstDash val="solid"/>
          </a:ln>
        </p:spPr>
      </p:sp>
      <p:sp>
        <p:nvSpPr>
          <p:cNvPr id="51" name="Text 48"/>
          <p:cNvSpPr/>
          <p:nvPr/>
        </p:nvSpPr>
        <p:spPr>
          <a:xfrm>
            <a:off x="2542032" y="5029200"/>
            <a:ext cx="1600200" cy="694944"/>
          </a:xfrm>
          <a:prstGeom prst="rect">
            <a:avLst/>
          </a:prstGeom>
          <a:noFill/>
          <a:ln/>
        </p:spPr>
        <p:txBody>
          <a:bodyPr wrap="square" lIns="0" tIns="0" rIns="0" bIns="0" rtlCol="0" anchor="ctr"/>
          <a:lstStyle/>
          <a:p>
            <a:pPr algn="ctr" indent="0" marL="0">
              <a:buNone/>
            </a:pPr>
            <a:r>
              <a:rPr lang="en-US" sz="700" b="1" dirty="0">
                <a:solidFill>
                  <a:srgbClr val="1F84D0"/>
                </a:solidFill>
                <a:latin typeface="Noto Sans Mono" pitchFamily="34" charset="0"/>
                <a:ea typeface="Noto Sans Mono" pitchFamily="34" charset="-122"/>
                <a:cs typeface="Noto Sans Mono" pitchFamily="34" charset="-120"/>
              </a:rPr>
              <a:t>02</a:t>
            </a:r>
            <a:endParaRPr lang="en-US" sz="700" dirty="0"/>
          </a:p>
          <a:p>
            <a:pPr algn="ctr" indent="0" marL="0">
              <a:buNone/>
            </a:pPr>
            <a:r>
              <a:rPr lang="en-US" sz="1050" b="1" dirty="0">
                <a:solidFill>
                  <a:srgbClr val="17384D"/>
                </a:solidFill>
                <a:latin typeface="Trebuchet MS" pitchFamily="34" charset="0"/>
                <a:ea typeface="Trebuchet MS" pitchFamily="34" charset="-122"/>
                <a:cs typeface="Trebuchet MS" pitchFamily="34" charset="-120"/>
              </a:rPr>
              <a:t>Revisión</a:t>
            </a:r>
            <a:endParaRPr lang="en-US" sz="700" dirty="0"/>
          </a:p>
        </p:txBody>
      </p:sp>
      <p:sp>
        <p:nvSpPr>
          <p:cNvPr id="52" name="Text 49"/>
          <p:cNvSpPr/>
          <p:nvPr/>
        </p:nvSpPr>
        <p:spPr>
          <a:xfrm>
            <a:off x="4197096" y="5266944"/>
            <a:ext cx="109728" cy="201168"/>
          </a:xfrm>
          <a:prstGeom prst="rect">
            <a:avLst/>
          </a:prstGeom>
          <a:noFill/>
          <a:ln/>
        </p:spPr>
        <p:txBody>
          <a:bodyPr wrap="square" lIns="0" tIns="0" rIns="0" bIns="0" rtlCol="0" anchor="ctr"/>
          <a:lstStyle/>
          <a:p>
            <a:pPr algn="ctr" indent="0" marL="0">
              <a:buNone/>
            </a:pPr>
            <a:r>
              <a:rPr lang="en-US" sz="1000" b="1" dirty="0">
                <a:solidFill>
                  <a:srgbClr val="1F84D0"/>
                </a:solidFill>
                <a:latin typeface="Trebuchet MS" pitchFamily="34" charset="0"/>
                <a:ea typeface="Trebuchet MS" pitchFamily="34" charset="-122"/>
                <a:cs typeface="Trebuchet MS" pitchFamily="34" charset="-120"/>
              </a:rPr>
              <a:t>→</a:t>
            </a:r>
            <a:endParaRPr lang="en-US" sz="1000" dirty="0"/>
          </a:p>
        </p:txBody>
      </p:sp>
      <p:sp>
        <p:nvSpPr>
          <p:cNvPr id="53" name="Shape 50"/>
          <p:cNvSpPr/>
          <p:nvPr/>
        </p:nvSpPr>
        <p:spPr>
          <a:xfrm>
            <a:off x="4297680" y="4956048"/>
            <a:ext cx="1728216" cy="841248"/>
          </a:xfrm>
          <a:prstGeom prst="roundRect">
            <a:avLst>
              <a:gd name="adj" fmla="val 4348"/>
            </a:avLst>
          </a:prstGeom>
          <a:solidFill>
            <a:srgbClr val="FFFFFF">
              <a:alpha val="97000"/>
            </a:srgbClr>
          </a:solidFill>
          <a:ln w="10160">
            <a:solidFill>
              <a:srgbClr val="9ED0EC"/>
            </a:solidFill>
            <a:prstDash val="solid"/>
          </a:ln>
        </p:spPr>
      </p:sp>
      <p:sp>
        <p:nvSpPr>
          <p:cNvPr id="54" name="Text 51"/>
          <p:cNvSpPr/>
          <p:nvPr/>
        </p:nvSpPr>
        <p:spPr>
          <a:xfrm>
            <a:off x="4361688" y="5029200"/>
            <a:ext cx="1600200" cy="694944"/>
          </a:xfrm>
          <a:prstGeom prst="rect">
            <a:avLst/>
          </a:prstGeom>
          <a:noFill/>
          <a:ln/>
        </p:spPr>
        <p:txBody>
          <a:bodyPr wrap="square" lIns="0" tIns="0" rIns="0" bIns="0" rtlCol="0" anchor="ctr"/>
          <a:lstStyle/>
          <a:p>
            <a:pPr algn="ctr" indent="0" marL="0">
              <a:buNone/>
            </a:pPr>
            <a:r>
              <a:rPr lang="en-US" sz="700" b="1" dirty="0">
                <a:solidFill>
                  <a:srgbClr val="1F84D0"/>
                </a:solidFill>
                <a:latin typeface="Noto Sans Mono" pitchFamily="34" charset="0"/>
                <a:ea typeface="Noto Sans Mono" pitchFamily="34" charset="-122"/>
                <a:cs typeface="Noto Sans Mono" pitchFamily="34" charset="-120"/>
              </a:rPr>
              <a:t>03</a:t>
            </a:r>
            <a:endParaRPr lang="en-US" sz="700" dirty="0"/>
          </a:p>
          <a:p>
            <a:pPr algn="ctr" indent="0" marL="0">
              <a:buNone/>
            </a:pPr>
            <a:r>
              <a:rPr lang="en-US" sz="1050" b="1" dirty="0">
                <a:solidFill>
                  <a:srgbClr val="17384D"/>
                </a:solidFill>
                <a:latin typeface="Trebuchet MS" pitchFamily="34" charset="0"/>
                <a:ea typeface="Trebuchet MS" pitchFamily="34" charset="-122"/>
                <a:cs typeface="Trebuchet MS" pitchFamily="34" charset="-120"/>
              </a:rPr>
              <a:t>Registro</a:t>
            </a:r>
            <a:endParaRPr lang="en-US" sz="700" dirty="0"/>
          </a:p>
        </p:txBody>
      </p:sp>
      <p:sp>
        <p:nvSpPr>
          <p:cNvPr id="55" name="Text 52"/>
          <p:cNvSpPr/>
          <p:nvPr/>
        </p:nvSpPr>
        <p:spPr>
          <a:xfrm>
            <a:off x="6016752" y="5266944"/>
            <a:ext cx="109728" cy="201168"/>
          </a:xfrm>
          <a:prstGeom prst="rect">
            <a:avLst/>
          </a:prstGeom>
          <a:noFill/>
          <a:ln/>
        </p:spPr>
        <p:txBody>
          <a:bodyPr wrap="square" lIns="0" tIns="0" rIns="0" bIns="0" rtlCol="0" anchor="ctr"/>
          <a:lstStyle/>
          <a:p>
            <a:pPr algn="ctr" indent="0" marL="0">
              <a:buNone/>
            </a:pPr>
            <a:r>
              <a:rPr lang="en-US" sz="1000" b="1" dirty="0">
                <a:solidFill>
                  <a:srgbClr val="1F84D0"/>
                </a:solidFill>
                <a:latin typeface="Trebuchet MS" pitchFamily="34" charset="0"/>
                <a:ea typeface="Trebuchet MS" pitchFamily="34" charset="-122"/>
                <a:cs typeface="Trebuchet MS" pitchFamily="34" charset="-120"/>
              </a:rPr>
              <a:t>→</a:t>
            </a:r>
            <a:endParaRPr lang="en-US" sz="1000" dirty="0"/>
          </a:p>
        </p:txBody>
      </p:sp>
      <p:sp>
        <p:nvSpPr>
          <p:cNvPr id="56" name="Shape 53"/>
          <p:cNvSpPr/>
          <p:nvPr/>
        </p:nvSpPr>
        <p:spPr>
          <a:xfrm>
            <a:off x="6117336" y="4956048"/>
            <a:ext cx="1728216" cy="841248"/>
          </a:xfrm>
          <a:prstGeom prst="roundRect">
            <a:avLst>
              <a:gd name="adj" fmla="val 4348"/>
            </a:avLst>
          </a:prstGeom>
          <a:solidFill>
            <a:srgbClr val="FFFFFF">
              <a:alpha val="97000"/>
            </a:srgbClr>
          </a:solidFill>
          <a:ln w="10160">
            <a:solidFill>
              <a:srgbClr val="9ED0EC"/>
            </a:solidFill>
            <a:prstDash val="solid"/>
          </a:ln>
        </p:spPr>
      </p:sp>
      <p:sp>
        <p:nvSpPr>
          <p:cNvPr id="57" name="Text 54"/>
          <p:cNvSpPr/>
          <p:nvPr/>
        </p:nvSpPr>
        <p:spPr>
          <a:xfrm>
            <a:off x="6181344" y="5029200"/>
            <a:ext cx="1600200" cy="694944"/>
          </a:xfrm>
          <a:prstGeom prst="rect">
            <a:avLst/>
          </a:prstGeom>
          <a:noFill/>
          <a:ln/>
        </p:spPr>
        <p:txBody>
          <a:bodyPr wrap="square" lIns="0" tIns="0" rIns="0" bIns="0" rtlCol="0" anchor="ctr"/>
          <a:lstStyle/>
          <a:p>
            <a:pPr algn="ctr" indent="0" marL="0">
              <a:buNone/>
            </a:pPr>
            <a:r>
              <a:rPr lang="en-US" sz="700" b="1" dirty="0">
                <a:solidFill>
                  <a:srgbClr val="1F84D0"/>
                </a:solidFill>
                <a:latin typeface="Noto Sans Mono" pitchFamily="34" charset="0"/>
                <a:ea typeface="Noto Sans Mono" pitchFamily="34" charset="-122"/>
                <a:cs typeface="Noto Sans Mono" pitchFamily="34" charset="-120"/>
              </a:rPr>
              <a:t>04</a:t>
            </a:r>
            <a:endParaRPr lang="en-US" sz="700" dirty="0"/>
          </a:p>
          <a:p>
            <a:pPr algn="ctr" indent="0" marL="0">
              <a:buNone/>
            </a:pPr>
            <a:r>
              <a:rPr lang="en-US" sz="1050" b="1" dirty="0">
                <a:solidFill>
                  <a:srgbClr val="17384D"/>
                </a:solidFill>
                <a:latin typeface="Trebuchet MS" pitchFamily="34" charset="0"/>
                <a:ea typeface="Trebuchet MS" pitchFamily="34" charset="-122"/>
                <a:cs typeface="Trebuchet MS" pitchFamily="34" charset="-120"/>
              </a:rPr>
              <a:t>Firma</a:t>
            </a:r>
            <a:endParaRPr lang="en-US" sz="700" dirty="0"/>
          </a:p>
        </p:txBody>
      </p:sp>
      <p:sp>
        <p:nvSpPr>
          <p:cNvPr id="58" name="Text 55"/>
          <p:cNvSpPr/>
          <p:nvPr/>
        </p:nvSpPr>
        <p:spPr>
          <a:xfrm>
            <a:off x="7836408" y="5266944"/>
            <a:ext cx="109728" cy="201168"/>
          </a:xfrm>
          <a:prstGeom prst="rect">
            <a:avLst/>
          </a:prstGeom>
          <a:noFill/>
          <a:ln/>
        </p:spPr>
        <p:txBody>
          <a:bodyPr wrap="square" lIns="0" tIns="0" rIns="0" bIns="0" rtlCol="0" anchor="ctr"/>
          <a:lstStyle/>
          <a:p>
            <a:pPr algn="ctr" indent="0" marL="0">
              <a:buNone/>
            </a:pPr>
            <a:r>
              <a:rPr lang="en-US" sz="1000" b="1" dirty="0">
                <a:solidFill>
                  <a:srgbClr val="1F84D0"/>
                </a:solidFill>
                <a:latin typeface="Trebuchet MS" pitchFamily="34" charset="0"/>
                <a:ea typeface="Trebuchet MS" pitchFamily="34" charset="-122"/>
                <a:cs typeface="Trebuchet MS" pitchFamily="34" charset="-120"/>
              </a:rPr>
              <a:t>→</a:t>
            </a:r>
            <a:endParaRPr lang="en-US" sz="1000" dirty="0"/>
          </a:p>
        </p:txBody>
      </p:sp>
      <p:sp>
        <p:nvSpPr>
          <p:cNvPr id="59" name="Shape 56"/>
          <p:cNvSpPr/>
          <p:nvPr/>
        </p:nvSpPr>
        <p:spPr>
          <a:xfrm>
            <a:off x="7936992" y="4956048"/>
            <a:ext cx="1728216" cy="841248"/>
          </a:xfrm>
          <a:prstGeom prst="roundRect">
            <a:avLst>
              <a:gd name="adj" fmla="val 4348"/>
            </a:avLst>
          </a:prstGeom>
          <a:solidFill>
            <a:srgbClr val="FFFFFF">
              <a:alpha val="97000"/>
            </a:srgbClr>
          </a:solidFill>
          <a:ln w="10160">
            <a:solidFill>
              <a:srgbClr val="9ED0EC"/>
            </a:solidFill>
            <a:prstDash val="solid"/>
          </a:ln>
        </p:spPr>
      </p:sp>
      <p:sp>
        <p:nvSpPr>
          <p:cNvPr id="60" name="Text 57"/>
          <p:cNvSpPr/>
          <p:nvPr/>
        </p:nvSpPr>
        <p:spPr>
          <a:xfrm>
            <a:off x="8001000" y="5029200"/>
            <a:ext cx="1600200" cy="694944"/>
          </a:xfrm>
          <a:prstGeom prst="rect">
            <a:avLst/>
          </a:prstGeom>
          <a:noFill/>
          <a:ln/>
        </p:spPr>
        <p:txBody>
          <a:bodyPr wrap="square" lIns="0" tIns="0" rIns="0" bIns="0" rtlCol="0" anchor="ctr"/>
          <a:lstStyle/>
          <a:p>
            <a:pPr algn="ctr" indent="0" marL="0">
              <a:buNone/>
            </a:pPr>
            <a:r>
              <a:rPr lang="en-US" sz="700" b="1" dirty="0">
                <a:solidFill>
                  <a:srgbClr val="1F84D0"/>
                </a:solidFill>
                <a:latin typeface="Noto Sans Mono" pitchFamily="34" charset="0"/>
                <a:ea typeface="Noto Sans Mono" pitchFamily="34" charset="-122"/>
                <a:cs typeface="Noto Sans Mono" pitchFamily="34" charset="-120"/>
              </a:rPr>
              <a:t>05</a:t>
            </a:r>
            <a:endParaRPr lang="en-US" sz="700" dirty="0"/>
          </a:p>
          <a:p>
            <a:pPr algn="ctr" indent="0" marL="0">
              <a:buNone/>
            </a:pPr>
            <a:r>
              <a:rPr lang="en-US" sz="1050" b="1" dirty="0">
                <a:solidFill>
                  <a:srgbClr val="17384D"/>
                </a:solidFill>
                <a:latin typeface="Trebuchet MS" pitchFamily="34" charset="0"/>
                <a:ea typeface="Trebuchet MS" pitchFamily="34" charset="-122"/>
                <a:cs typeface="Trebuchet MS" pitchFamily="34" charset="-120"/>
              </a:rPr>
              <a:t>Egreso</a:t>
            </a:r>
            <a:endParaRPr lang="en-US" sz="700" dirty="0"/>
          </a:p>
        </p:txBody>
      </p:sp>
      <p:sp>
        <p:nvSpPr>
          <p:cNvPr id="61" name="Text 58"/>
          <p:cNvSpPr/>
          <p:nvPr/>
        </p:nvSpPr>
        <p:spPr>
          <a:xfrm>
            <a:off x="9656064" y="5266944"/>
            <a:ext cx="109728" cy="201168"/>
          </a:xfrm>
          <a:prstGeom prst="rect">
            <a:avLst/>
          </a:prstGeom>
          <a:noFill/>
          <a:ln/>
        </p:spPr>
        <p:txBody>
          <a:bodyPr wrap="square" lIns="0" tIns="0" rIns="0" bIns="0" rtlCol="0" anchor="ctr"/>
          <a:lstStyle/>
          <a:p>
            <a:pPr algn="ctr" indent="0" marL="0">
              <a:buNone/>
            </a:pPr>
            <a:r>
              <a:rPr lang="en-US" sz="1000" b="1" dirty="0">
                <a:solidFill>
                  <a:srgbClr val="1F84D0"/>
                </a:solidFill>
                <a:latin typeface="Trebuchet MS" pitchFamily="34" charset="0"/>
                <a:ea typeface="Trebuchet MS" pitchFamily="34" charset="-122"/>
                <a:cs typeface="Trebuchet MS" pitchFamily="34" charset="-120"/>
              </a:rPr>
              <a:t>→</a:t>
            </a:r>
            <a:endParaRPr lang="en-US" sz="1000" dirty="0"/>
          </a:p>
        </p:txBody>
      </p:sp>
      <p:sp>
        <p:nvSpPr>
          <p:cNvPr id="62" name="Shape 59"/>
          <p:cNvSpPr/>
          <p:nvPr/>
        </p:nvSpPr>
        <p:spPr>
          <a:xfrm>
            <a:off x="9756648" y="4956048"/>
            <a:ext cx="1728216" cy="841248"/>
          </a:xfrm>
          <a:prstGeom prst="roundRect">
            <a:avLst>
              <a:gd name="adj" fmla="val 4348"/>
            </a:avLst>
          </a:prstGeom>
          <a:solidFill>
            <a:srgbClr val="FFFFFF">
              <a:alpha val="97000"/>
            </a:srgbClr>
          </a:solidFill>
          <a:ln w="10160">
            <a:solidFill>
              <a:srgbClr val="9ED0EC"/>
            </a:solidFill>
            <a:prstDash val="solid"/>
          </a:ln>
        </p:spPr>
      </p:sp>
      <p:sp>
        <p:nvSpPr>
          <p:cNvPr id="63" name="Text 60"/>
          <p:cNvSpPr/>
          <p:nvPr/>
        </p:nvSpPr>
        <p:spPr>
          <a:xfrm>
            <a:off x="9820656" y="5029200"/>
            <a:ext cx="1600200" cy="694944"/>
          </a:xfrm>
          <a:prstGeom prst="rect">
            <a:avLst/>
          </a:prstGeom>
          <a:noFill/>
          <a:ln/>
        </p:spPr>
        <p:txBody>
          <a:bodyPr wrap="square" lIns="0" tIns="0" rIns="0" bIns="0" rtlCol="0" anchor="ctr"/>
          <a:lstStyle/>
          <a:p>
            <a:pPr algn="ctr" indent="0" marL="0">
              <a:buNone/>
            </a:pPr>
            <a:r>
              <a:rPr lang="en-US" sz="700" b="1" dirty="0">
                <a:solidFill>
                  <a:srgbClr val="1F84D0"/>
                </a:solidFill>
                <a:latin typeface="Noto Sans Mono" pitchFamily="34" charset="0"/>
                <a:ea typeface="Noto Sans Mono" pitchFamily="34" charset="-122"/>
                <a:cs typeface="Noto Sans Mono" pitchFamily="34" charset="-120"/>
              </a:rPr>
              <a:t>06</a:t>
            </a:r>
            <a:endParaRPr lang="en-US" sz="700" dirty="0"/>
          </a:p>
          <a:p>
            <a:pPr algn="ctr" indent="0" marL="0">
              <a:buNone/>
            </a:pPr>
            <a:r>
              <a:rPr lang="en-US" sz="1050" b="1" dirty="0">
                <a:solidFill>
                  <a:srgbClr val="17384D"/>
                </a:solidFill>
                <a:latin typeface="Trebuchet MS" pitchFamily="34" charset="0"/>
                <a:ea typeface="Trebuchet MS" pitchFamily="34" charset="-122"/>
                <a:cs typeface="Trebuchet MS" pitchFamily="34" charset="-120"/>
              </a:rPr>
              <a:t>Despacho</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76B5E3"/>
        </a:solidFill>
      </p:bgPr>
    </p:bg>
    <p:spTree>
      <p:nvGrpSpPr>
        <p:cNvPr id="1" name=""/>
        <p:cNvGrpSpPr/>
        <p:nvPr/>
      </p:nvGrpSpPr>
      <p:grpSpPr>
        <a:xfrm>
          <a:off x="0" y="0"/>
          <a:ext cx="0" cy="0"/>
          <a:chOff x="0" y="0"/>
          <a:chExt cx="0" cy="0"/>
        </a:xfrm>
      </p:grpSpPr>
      <p:sp>
        <p:nvSpPr>
          <p:cNvPr id="2" name="Shape 0"/>
          <p:cNvSpPr/>
          <p:nvPr/>
        </p:nvSpPr>
        <p:spPr>
          <a:xfrm>
            <a:off x="-1005840" y="-1280160"/>
            <a:ext cx="6583680" cy="4754880"/>
          </a:xfrm>
          <a:prstGeom prst="ellipse">
            <a:avLst/>
          </a:prstGeom>
          <a:solidFill>
            <a:srgbClr val="DFF6FF">
              <a:alpha val="82000"/>
            </a:srgbClr>
          </a:solidFill>
          <a:ln w="12700">
            <a:solidFill>
              <a:srgbClr val="DFF6FF">
                <a:alpha val="0"/>
              </a:srgbClr>
            </a:solidFill>
            <a:prstDash val="solid"/>
          </a:ln>
        </p:spPr>
      </p:sp>
      <p:sp>
        <p:nvSpPr>
          <p:cNvPr id="3" name="Shape 1"/>
          <p:cNvSpPr/>
          <p:nvPr/>
        </p:nvSpPr>
        <p:spPr>
          <a:xfrm>
            <a:off x="7955280" y="4023360"/>
            <a:ext cx="5303520" cy="3657600"/>
          </a:xfrm>
          <a:prstGeom prst="ellipse">
            <a:avLst/>
          </a:prstGeom>
          <a:solidFill>
            <a:srgbClr val="B8E2F8">
              <a:alpha val="78000"/>
            </a:srgbClr>
          </a:solidFill>
          <a:ln w="12700">
            <a:solidFill>
              <a:srgbClr val="B8E2F8">
                <a:alpha val="0"/>
              </a:srgbClr>
            </a:solidFill>
            <a:prstDash val="solid"/>
          </a:ln>
        </p:spPr>
      </p:sp>
      <p:sp>
        <p:nvSpPr>
          <p:cNvPr id="4" name="Shape 2"/>
          <p:cNvSpPr/>
          <p:nvPr/>
        </p:nvSpPr>
        <p:spPr>
          <a:xfrm>
            <a:off x="256032" y="237744"/>
            <a:ext cx="11676888" cy="6382512"/>
          </a:xfrm>
          <a:prstGeom prst="roundRect">
            <a:avLst>
              <a:gd name="adj" fmla="val 1146"/>
            </a:avLst>
          </a:prstGeom>
          <a:solidFill>
            <a:srgbClr val="EDF9FF">
              <a:alpha val="96000"/>
            </a:srgbClr>
          </a:solidFill>
          <a:ln w="17780">
            <a:solidFill>
              <a:srgbClr val="FFFFFF"/>
            </a:solidFill>
            <a:prstDash val="solid"/>
          </a:ln>
        </p:spPr>
      </p:sp>
      <p:sp>
        <p:nvSpPr>
          <p:cNvPr id="5" name="Shape 3"/>
          <p:cNvSpPr/>
          <p:nvPr/>
        </p:nvSpPr>
        <p:spPr>
          <a:xfrm>
            <a:off x="384048" y="356616"/>
            <a:ext cx="11411712" cy="530352"/>
          </a:xfrm>
          <a:prstGeom prst="roundRect">
            <a:avLst>
              <a:gd name="adj" fmla="val 10345"/>
            </a:avLst>
          </a:prstGeom>
          <a:solidFill>
            <a:srgbClr val="1F84D0"/>
          </a:solidFill>
          <a:ln w="11430">
            <a:solidFill>
              <a:srgbClr val="146EA9"/>
            </a:solidFill>
            <a:prstDash val="solid"/>
          </a:ln>
        </p:spPr>
      </p:sp>
      <p:sp>
        <p:nvSpPr>
          <p:cNvPr id="6" name="Shape 4"/>
          <p:cNvSpPr/>
          <p:nvPr/>
        </p:nvSpPr>
        <p:spPr>
          <a:xfrm>
            <a:off x="484632" y="411480"/>
            <a:ext cx="11201400" cy="118872"/>
          </a:xfrm>
          <a:prstGeom prst="roundRect">
            <a:avLst>
              <a:gd name="adj" fmla="val 30769"/>
            </a:avLst>
          </a:prstGeom>
          <a:solidFill>
            <a:srgbClr val="FFFFFF">
              <a:alpha val="38000"/>
            </a:srgbClr>
          </a:solidFill>
          <a:ln w="12700">
            <a:solidFill>
              <a:srgbClr val="FFFFFF">
                <a:alpha val="0"/>
              </a:srgbClr>
            </a:solidFill>
            <a:prstDash val="solid"/>
          </a:ln>
        </p:spPr>
      </p:sp>
      <p:sp>
        <p:nvSpPr>
          <p:cNvPr id="7" name="Shape 5"/>
          <p:cNvSpPr/>
          <p:nvPr/>
        </p:nvSpPr>
        <p:spPr>
          <a:xfrm>
            <a:off x="557784" y="466344"/>
            <a:ext cx="256032" cy="256032"/>
          </a:xfrm>
          <a:prstGeom prst="ellipse">
            <a:avLst/>
          </a:prstGeom>
          <a:solidFill>
            <a:srgbClr val="42ABF5"/>
          </a:solidFill>
          <a:ln w="8890">
            <a:solidFill>
              <a:srgbClr val="FFFFFF"/>
            </a:solidFill>
            <a:prstDash val="solid"/>
          </a:ln>
        </p:spPr>
      </p:sp>
      <p:sp>
        <p:nvSpPr>
          <p:cNvPr id="8" name="Shape 6"/>
          <p:cNvSpPr/>
          <p:nvPr/>
        </p:nvSpPr>
        <p:spPr>
          <a:xfrm>
            <a:off x="905256" y="475488"/>
            <a:ext cx="228600" cy="237744"/>
          </a:xfrm>
          <a:prstGeom prst="roundRect">
            <a:avLst>
              <a:gd name="adj" fmla="val 12000"/>
            </a:avLst>
          </a:prstGeom>
          <a:solidFill>
            <a:srgbClr val="FFFFFF">
              <a:alpha val="27000"/>
            </a:srgbClr>
          </a:solidFill>
          <a:ln w="7620">
            <a:solidFill>
              <a:srgbClr val="FFFFFF">
                <a:alpha val="65000"/>
              </a:srgbClr>
            </a:solidFill>
            <a:prstDash val="solid"/>
          </a:ln>
        </p:spPr>
      </p:sp>
      <p:sp>
        <p:nvSpPr>
          <p:cNvPr id="9" name="Text 7"/>
          <p:cNvSpPr/>
          <p:nvPr/>
        </p:nvSpPr>
        <p:spPr>
          <a:xfrm>
            <a:off x="905256" y="457200"/>
            <a:ext cx="228600" cy="210312"/>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a:t>
            </a:r>
            <a:endParaRPr lang="en-US" sz="1200" dirty="0"/>
          </a:p>
        </p:txBody>
      </p:sp>
      <p:sp>
        <p:nvSpPr>
          <p:cNvPr id="10" name="Shape 8"/>
          <p:cNvSpPr/>
          <p:nvPr/>
        </p:nvSpPr>
        <p:spPr>
          <a:xfrm>
            <a:off x="1197864" y="475488"/>
            <a:ext cx="228600" cy="237744"/>
          </a:xfrm>
          <a:prstGeom prst="roundRect">
            <a:avLst>
              <a:gd name="adj" fmla="val 12000"/>
            </a:avLst>
          </a:prstGeom>
          <a:solidFill>
            <a:srgbClr val="FFFFFF">
              <a:alpha val="27000"/>
            </a:srgbClr>
          </a:solidFill>
          <a:ln w="7620">
            <a:solidFill>
              <a:srgbClr val="FFFFFF">
                <a:alpha val="65000"/>
              </a:srgbClr>
            </a:solidFill>
            <a:prstDash val="solid"/>
          </a:ln>
        </p:spPr>
      </p:sp>
      <p:sp>
        <p:nvSpPr>
          <p:cNvPr id="11" name="Text 9"/>
          <p:cNvSpPr/>
          <p:nvPr/>
        </p:nvSpPr>
        <p:spPr>
          <a:xfrm>
            <a:off x="1197864" y="457200"/>
            <a:ext cx="228600" cy="210312"/>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a:t>
            </a:r>
            <a:endParaRPr lang="en-US" sz="1200" dirty="0"/>
          </a:p>
        </p:txBody>
      </p:sp>
      <p:sp>
        <p:nvSpPr>
          <p:cNvPr id="12" name="Shape 10"/>
          <p:cNvSpPr/>
          <p:nvPr/>
        </p:nvSpPr>
        <p:spPr>
          <a:xfrm>
            <a:off x="1572768" y="475488"/>
            <a:ext cx="7818120" cy="246888"/>
          </a:xfrm>
          <a:prstGeom prst="roundRect">
            <a:avLst>
              <a:gd name="adj" fmla="val 14815"/>
            </a:avLst>
          </a:prstGeom>
          <a:solidFill>
            <a:srgbClr val="FFFFFF">
              <a:alpha val="93000"/>
            </a:srgbClr>
          </a:solidFill>
          <a:ln w="7620">
            <a:solidFill>
              <a:srgbClr val="9ED0EC"/>
            </a:solidFill>
            <a:prstDash val="solid"/>
          </a:ln>
        </p:spPr>
      </p:sp>
      <p:sp>
        <p:nvSpPr>
          <p:cNvPr id="13" name="Text 11"/>
          <p:cNvSpPr/>
          <p:nvPr/>
        </p:nvSpPr>
        <p:spPr>
          <a:xfrm>
            <a:off x="1755648" y="507492"/>
            <a:ext cx="7452360" cy="128016"/>
          </a:xfrm>
          <a:prstGeom prst="rect">
            <a:avLst/>
          </a:prstGeom>
          <a:noFill/>
          <a:ln/>
        </p:spPr>
        <p:txBody>
          <a:bodyPr wrap="square" lIns="0" tIns="0" rIns="0" bIns="0" rtlCol="0" anchor="ctr"/>
          <a:lstStyle/>
          <a:p>
            <a:pPr indent="0" marL="0">
              <a:buNone/>
            </a:pPr>
            <a:r>
              <a:rPr lang="en-US" sz="730" spc="80" kern="0" dirty="0">
                <a:solidFill>
                  <a:srgbClr val="194C6C"/>
                </a:solidFill>
                <a:latin typeface="Noto Sans Mono" pitchFamily="34" charset="0"/>
                <a:ea typeface="Noto Sans Mono" pitchFamily="34" charset="-122"/>
                <a:cs typeface="Noto Sans Mono" pitchFamily="34" charset="-120"/>
              </a:rPr>
              <a:t>baseaccess://capitulo-2/diagnostico</a:t>
            </a:r>
            <a:endParaRPr lang="en-US" sz="730" dirty="0"/>
          </a:p>
        </p:txBody>
      </p:sp>
      <p:sp>
        <p:nvSpPr>
          <p:cNvPr id="14" name="Shape 12"/>
          <p:cNvSpPr/>
          <p:nvPr/>
        </p:nvSpPr>
        <p:spPr>
          <a:xfrm>
            <a:off x="10771632" y="502920"/>
            <a:ext cx="164592" cy="164592"/>
          </a:xfrm>
          <a:prstGeom prst="ellipse">
            <a:avLst/>
          </a:prstGeom>
          <a:solidFill>
            <a:srgbClr val="F6CA45"/>
          </a:solidFill>
          <a:ln w="6350">
            <a:solidFill>
              <a:srgbClr val="FFFFFF"/>
            </a:solidFill>
            <a:prstDash val="solid"/>
          </a:ln>
        </p:spPr>
      </p:sp>
      <p:sp>
        <p:nvSpPr>
          <p:cNvPr id="15" name="Shape 13"/>
          <p:cNvSpPr/>
          <p:nvPr/>
        </p:nvSpPr>
        <p:spPr>
          <a:xfrm>
            <a:off x="11055096" y="502920"/>
            <a:ext cx="164592" cy="164592"/>
          </a:xfrm>
          <a:prstGeom prst="ellipse">
            <a:avLst/>
          </a:prstGeom>
          <a:solidFill>
            <a:srgbClr val="72C81D"/>
          </a:solidFill>
          <a:ln w="6350">
            <a:solidFill>
              <a:srgbClr val="FFFFFF"/>
            </a:solidFill>
            <a:prstDash val="solid"/>
          </a:ln>
        </p:spPr>
      </p:sp>
      <p:sp>
        <p:nvSpPr>
          <p:cNvPr id="16" name="Shape 14"/>
          <p:cNvSpPr/>
          <p:nvPr/>
        </p:nvSpPr>
        <p:spPr>
          <a:xfrm>
            <a:off x="11338560" y="502920"/>
            <a:ext cx="164592" cy="164592"/>
          </a:xfrm>
          <a:prstGeom prst="ellipse">
            <a:avLst/>
          </a:prstGeom>
          <a:solidFill>
            <a:srgbClr val="F06A78"/>
          </a:solidFill>
          <a:ln w="6350">
            <a:solidFill>
              <a:srgbClr val="FFFFFF"/>
            </a:solidFill>
            <a:prstDash val="solid"/>
          </a:ln>
        </p:spPr>
      </p:sp>
      <p:sp>
        <p:nvSpPr>
          <p:cNvPr id="17" name="Shape 15"/>
          <p:cNvSpPr/>
          <p:nvPr/>
        </p:nvSpPr>
        <p:spPr>
          <a:xfrm>
            <a:off x="585216" y="932688"/>
            <a:ext cx="2011680" cy="347472"/>
          </a:xfrm>
          <a:prstGeom prst="roundRect">
            <a:avLst>
              <a:gd name="adj" fmla="val 10526"/>
            </a:avLst>
          </a:prstGeom>
          <a:solidFill>
            <a:srgbClr val="D7EEFA">
              <a:alpha val="85000"/>
            </a:srgbClr>
          </a:solidFill>
          <a:ln w="8890">
            <a:solidFill>
              <a:srgbClr val="9ED0EC"/>
            </a:solidFill>
            <a:prstDash val="solid"/>
          </a:ln>
        </p:spPr>
      </p:sp>
      <p:sp>
        <p:nvSpPr>
          <p:cNvPr id="18" name="Text 16"/>
          <p:cNvSpPr/>
          <p:nvPr/>
        </p:nvSpPr>
        <p:spPr>
          <a:xfrm>
            <a:off x="658368" y="1019556"/>
            <a:ext cx="1865376" cy="137160"/>
          </a:xfrm>
          <a:prstGeom prst="rect">
            <a:avLst/>
          </a:prstGeom>
          <a:noFill/>
          <a:ln/>
        </p:spPr>
        <p:txBody>
          <a:bodyPr wrap="square" lIns="0" tIns="0" rIns="0" bIns="0" rtlCol="0" anchor="ctr"/>
          <a:lstStyle/>
          <a:p>
            <a:pPr algn="ctr" indent="0" marL="0">
              <a:buNone/>
            </a:pPr>
            <a:r>
              <a:rPr lang="en-US" sz="720" dirty="0">
                <a:solidFill>
                  <a:srgbClr val="5B7382"/>
                </a:solidFill>
                <a:latin typeface="Noto Sans Mono" pitchFamily="34" charset="0"/>
                <a:ea typeface="Noto Sans Mono" pitchFamily="34" charset="-122"/>
                <a:cs typeface="Noto Sans Mono" pitchFamily="34" charset="-120"/>
              </a:rPr>
              <a:t>I  Empresa</a:t>
            </a:r>
            <a:endParaRPr lang="en-US" sz="720" dirty="0"/>
          </a:p>
        </p:txBody>
      </p:sp>
      <p:sp>
        <p:nvSpPr>
          <p:cNvPr id="19" name="Shape 17"/>
          <p:cNvSpPr/>
          <p:nvPr/>
        </p:nvSpPr>
        <p:spPr>
          <a:xfrm>
            <a:off x="2798064" y="932688"/>
            <a:ext cx="2011680" cy="347472"/>
          </a:xfrm>
          <a:prstGeom prst="roundRect">
            <a:avLst>
              <a:gd name="adj" fmla="val 10526"/>
            </a:avLst>
          </a:prstGeom>
          <a:solidFill>
            <a:srgbClr val="FFFFFF">
              <a:alpha val="98000"/>
            </a:srgbClr>
          </a:solidFill>
          <a:ln w="8890">
            <a:solidFill>
              <a:srgbClr val="FFFFFF"/>
            </a:solidFill>
            <a:prstDash val="solid"/>
          </a:ln>
        </p:spPr>
      </p:sp>
      <p:sp>
        <p:nvSpPr>
          <p:cNvPr id="20" name="Text 18"/>
          <p:cNvSpPr/>
          <p:nvPr/>
        </p:nvSpPr>
        <p:spPr>
          <a:xfrm>
            <a:off x="2871216" y="1019556"/>
            <a:ext cx="1865376" cy="137160"/>
          </a:xfrm>
          <a:prstGeom prst="rect">
            <a:avLst/>
          </a:prstGeom>
          <a:noFill/>
          <a:ln/>
        </p:spPr>
        <p:txBody>
          <a:bodyPr wrap="square" lIns="0" tIns="0" rIns="0" bIns="0" rtlCol="0" anchor="ctr"/>
          <a:lstStyle/>
          <a:p>
            <a:pPr algn="ctr" indent="0" marL="0">
              <a:buNone/>
            </a:pPr>
            <a:r>
              <a:rPr lang="en-US" sz="720" b="1" dirty="0">
                <a:solidFill>
                  <a:srgbClr val="194C6C"/>
                </a:solidFill>
                <a:latin typeface="Noto Sans Mono" pitchFamily="34" charset="0"/>
                <a:ea typeface="Noto Sans Mono" pitchFamily="34" charset="-122"/>
                <a:cs typeface="Noto Sans Mono" pitchFamily="34" charset="-120"/>
              </a:rPr>
              <a:t>II  Diagnóstico</a:t>
            </a:r>
            <a:endParaRPr lang="en-US" sz="720" dirty="0"/>
          </a:p>
        </p:txBody>
      </p:sp>
      <p:sp>
        <p:nvSpPr>
          <p:cNvPr id="21" name="Shape 19"/>
          <p:cNvSpPr/>
          <p:nvPr/>
        </p:nvSpPr>
        <p:spPr>
          <a:xfrm>
            <a:off x="5010912" y="932688"/>
            <a:ext cx="2011680" cy="347472"/>
          </a:xfrm>
          <a:prstGeom prst="roundRect">
            <a:avLst>
              <a:gd name="adj" fmla="val 10526"/>
            </a:avLst>
          </a:prstGeom>
          <a:solidFill>
            <a:srgbClr val="D7EEFA">
              <a:alpha val="85000"/>
            </a:srgbClr>
          </a:solidFill>
          <a:ln w="8890">
            <a:solidFill>
              <a:srgbClr val="9ED0EC"/>
            </a:solidFill>
            <a:prstDash val="solid"/>
          </a:ln>
        </p:spPr>
      </p:sp>
      <p:sp>
        <p:nvSpPr>
          <p:cNvPr id="22" name="Text 20"/>
          <p:cNvSpPr/>
          <p:nvPr/>
        </p:nvSpPr>
        <p:spPr>
          <a:xfrm>
            <a:off x="5084064" y="1019556"/>
            <a:ext cx="1865376" cy="137160"/>
          </a:xfrm>
          <a:prstGeom prst="rect">
            <a:avLst/>
          </a:prstGeom>
          <a:noFill/>
          <a:ln/>
        </p:spPr>
        <p:txBody>
          <a:bodyPr wrap="square" lIns="0" tIns="0" rIns="0" bIns="0" rtlCol="0" anchor="ctr"/>
          <a:lstStyle/>
          <a:p>
            <a:pPr algn="ctr" indent="0" marL="0">
              <a:buNone/>
            </a:pPr>
            <a:r>
              <a:rPr lang="en-US" sz="720" dirty="0">
                <a:solidFill>
                  <a:srgbClr val="5B7382"/>
                </a:solidFill>
                <a:latin typeface="Noto Sans Mono" pitchFamily="34" charset="0"/>
                <a:ea typeface="Noto Sans Mono" pitchFamily="34" charset="-122"/>
                <a:cs typeface="Noto Sans Mono" pitchFamily="34" charset="-120"/>
              </a:rPr>
              <a:t>III  Fundamentos</a:t>
            </a:r>
            <a:endParaRPr lang="en-US" sz="720" dirty="0"/>
          </a:p>
        </p:txBody>
      </p:sp>
      <p:sp>
        <p:nvSpPr>
          <p:cNvPr id="23" name="Shape 21"/>
          <p:cNvSpPr/>
          <p:nvPr/>
        </p:nvSpPr>
        <p:spPr>
          <a:xfrm>
            <a:off x="7223760" y="932688"/>
            <a:ext cx="2011680" cy="347472"/>
          </a:xfrm>
          <a:prstGeom prst="roundRect">
            <a:avLst>
              <a:gd name="adj" fmla="val 10526"/>
            </a:avLst>
          </a:prstGeom>
          <a:solidFill>
            <a:srgbClr val="D7EEFA">
              <a:alpha val="85000"/>
            </a:srgbClr>
          </a:solidFill>
          <a:ln w="8890">
            <a:solidFill>
              <a:srgbClr val="9ED0EC"/>
            </a:solidFill>
            <a:prstDash val="solid"/>
          </a:ln>
        </p:spPr>
      </p:sp>
      <p:sp>
        <p:nvSpPr>
          <p:cNvPr id="24" name="Text 22"/>
          <p:cNvSpPr/>
          <p:nvPr/>
        </p:nvSpPr>
        <p:spPr>
          <a:xfrm>
            <a:off x="7296912" y="1019556"/>
            <a:ext cx="1865376" cy="137160"/>
          </a:xfrm>
          <a:prstGeom prst="rect">
            <a:avLst/>
          </a:prstGeom>
          <a:noFill/>
          <a:ln/>
        </p:spPr>
        <p:txBody>
          <a:bodyPr wrap="square" lIns="0" tIns="0" rIns="0" bIns="0" rtlCol="0" anchor="ctr"/>
          <a:lstStyle/>
          <a:p>
            <a:pPr algn="ctr" indent="0" marL="0">
              <a:buNone/>
            </a:pPr>
            <a:r>
              <a:rPr lang="en-US" sz="720" dirty="0">
                <a:solidFill>
                  <a:srgbClr val="5B7382"/>
                </a:solidFill>
                <a:latin typeface="Noto Sans Mono" pitchFamily="34" charset="0"/>
                <a:ea typeface="Noto Sans Mono" pitchFamily="34" charset="-122"/>
                <a:cs typeface="Noto Sans Mono" pitchFamily="34" charset="-120"/>
              </a:rPr>
              <a:t>IV  Desarrollo</a:t>
            </a:r>
            <a:endParaRPr lang="en-US" sz="720" dirty="0"/>
          </a:p>
        </p:txBody>
      </p:sp>
      <p:sp>
        <p:nvSpPr>
          <p:cNvPr id="25" name="Shape 23"/>
          <p:cNvSpPr/>
          <p:nvPr/>
        </p:nvSpPr>
        <p:spPr>
          <a:xfrm>
            <a:off x="9436608" y="932688"/>
            <a:ext cx="2011680" cy="347472"/>
          </a:xfrm>
          <a:prstGeom prst="roundRect">
            <a:avLst>
              <a:gd name="adj" fmla="val 10526"/>
            </a:avLst>
          </a:prstGeom>
          <a:solidFill>
            <a:srgbClr val="D7EEFA">
              <a:alpha val="85000"/>
            </a:srgbClr>
          </a:solidFill>
          <a:ln w="8890">
            <a:solidFill>
              <a:srgbClr val="9ED0EC"/>
            </a:solidFill>
            <a:prstDash val="solid"/>
          </a:ln>
        </p:spPr>
      </p:sp>
      <p:sp>
        <p:nvSpPr>
          <p:cNvPr id="26" name="Text 24"/>
          <p:cNvSpPr/>
          <p:nvPr/>
        </p:nvSpPr>
        <p:spPr>
          <a:xfrm>
            <a:off x="9509760" y="1019556"/>
            <a:ext cx="1865376" cy="137160"/>
          </a:xfrm>
          <a:prstGeom prst="rect">
            <a:avLst/>
          </a:prstGeom>
          <a:noFill/>
          <a:ln/>
        </p:spPr>
        <p:txBody>
          <a:bodyPr wrap="square" lIns="0" tIns="0" rIns="0" bIns="0" rtlCol="0" anchor="ctr"/>
          <a:lstStyle/>
          <a:p>
            <a:pPr algn="ctr" indent="0" marL="0">
              <a:buNone/>
            </a:pPr>
            <a:r>
              <a:rPr lang="en-US" sz="720" dirty="0">
                <a:solidFill>
                  <a:srgbClr val="5B7382"/>
                </a:solidFill>
                <a:latin typeface="Noto Sans Mono" pitchFamily="34" charset="0"/>
                <a:ea typeface="Noto Sans Mono" pitchFamily="34" charset="-122"/>
                <a:cs typeface="Noto Sans Mono" pitchFamily="34" charset="-120"/>
              </a:rPr>
              <a:t>V  Resultados</a:t>
            </a:r>
            <a:endParaRPr lang="en-US" sz="720" dirty="0"/>
          </a:p>
        </p:txBody>
      </p:sp>
      <p:sp>
        <p:nvSpPr>
          <p:cNvPr id="27" name="Shape 25"/>
          <p:cNvSpPr/>
          <p:nvPr/>
        </p:nvSpPr>
        <p:spPr>
          <a:xfrm>
            <a:off x="402336" y="6236208"/>
            <a:ext cx="11384280" cy="246888"/>
          </a:xfrm>
          <a:prstGeom prst="roundRect">
            <a:avLst>
              <a:gd name="adj" fmla="val 12963"/>
            </a:avLst>
          </a:prstGeom>
          <a:solidFill>
            <a:srgbClr val="D7EEFA">
              <a:alpha val="88000"/>
            </a:srgbClr>
          </a:solidFill>
          <a:ln w="7620">
            <a:solidFill>
              <a:srgbClr val="9ED0EC"/>
            </a:solidFill>
            <a:prstDash val="solid"/>
          </a:ln>
        </p:spPr>
      </p:sp>
      <p:sp>
        <p:nvSpPr>
          <p:cNvPr id="28" name="Shape 26"/>
          <p:cNvSpPr/>
          <p:nvPr/>
        </p:nvSpPr>
        <p:spPr>
          <a:xfrm>
            <a:off x="576072" y="6304788"/>
            <a:ext cx="109728" cy="109728"/>
          </a:xfrm>
          <a:prstGeom prst="ellipse">
            <a:avLst/>
          </a:prstGeom>
          <a:solidFill>
            <a:srgbClr val="72C81D"/>
          </a:solidFill>
          <a:ln w="6350">
            <a:solidFill>
              <a:srgbClr val="438C0D"/>
            </a:solidFill>
            <a:prstDash val="solid"/>
          </a:ln>
        </p:spPr>
      </p:sp>
      <p:sp>
        <p:nvSpPr>
          <p:cNvPr id="29" name="Text 27"/>
          <p:cNvSpPr/>
          <p:nvPr/>
        </p:nvSpPr>
        <p:spPr>
          <a:xfrm>
            <a:off x="768096" y="6286500"/>
            <a:ext cx="8961120" cy="118872"/>
          </a:xfrm>
          <a:prstGeom prst="rect">
            <a:avLst/>
          </a:prstGeom>
          <a:noFill/>
          <a:ln/>
        </p:spPr>
        <p:txBody>
          <a:bodyPr wrap="square" lIns="0" tIns="0" rIns="0" bIns="0" rtlCol="0" anchor="ctr"/>
          <a:lstStyle/>
          <a:p>
            <a:pPr indent="0" marL="0">
              <a:buNone/>
            </a:pPr>
            <a:r>
              <a:rPr lang="en-US" sz="680" dirty="0">
                <a:solidFill>
                  <a:srgbClr val="194C6C"/>
                </a:solidFill>
                <a:latin typeface="Noto Sans Mono" pitchFamily="34" charset="0"/>
                <a:ea typeface="Noto Sans Mono" pitchFamily="34" charset="-122"/>
                <a:cs typeface="Noto Sans Mono" pitchFamily="34" charset="-120"/>
              </a:rPr>
              <a:t>Oportunidad detectada · automatización limitada</a:t>
            </a:r>
            <a:endParaRPr lang="en-US" sz="680" dirty="0"/>
          </a:p>
        </p:txBody>
      </p:sp>
      <p:sp>
        <p:nvSpPr>
          <p:cNvPr id="30" name="Text 28"/>
          <p:cNvSpPr/>
          <p:nvPr/>
        </p:nvSpPr>
        <p:spPr>
          <a:xfrm>
            <a:off x="10652760" y="6281928"/>
            <a:ext cx="822960" cy="128016"/>
          </a:xfrm>
          <a:prstGeom prst="rect">
            <a:avLst/>
          </a:prstGeom>
          <a:noFill/>
          <a:ln/>
        </p:spPr>
        <p:txBody>
          <a:bodyPr wrap="square" lIns="0" tIns="0" rIns="0" bIns="0" rtlCol="0" anchor="ctr"/>
          <a:lstStyle/>
          <a:p>
            <a:pPr algn="r" indent="0" marL="0">
              <a:buNone/>
            </a:pPr>
            <a:r>
              <a:rPr lang="en-US" sz="680" b="1" dirty="0">
                <a:solidFill>
                  <a:srgbClr val="194C6C"/>
                </a:solidFill>
                <a:latin typeface="Noto Sans Mono" pitchFamily="34" charset="0"/>
                <a:ea typeface="Noto Sans Mono" pitchFamily="34" charset="-122"/>
                <a:cs typeface="Noto Sans Mono" pitchFamily="34" charset="-120"/>
              </a:rPr>
              <a:t>04 / 10</a:t>
            </a:r>
            <a:endParaRPr lang="en-US" sz="680" dirty="0"/>
          </a:p>
        </p:txBody>
      </p:sp>
      <p:sp>
        <p:nvSpPr>
          <p:cNvPr id="31" name="Text 29"/>
          <p:cNvSpPr/>
          <p:nvPr/>
        </p:nvSpPr>
        <p:spPr>
          <a:xfrm>
            <a:off x="658368" y="1417320"/>
            <a:ext cx="7132320" cy="182880"/>
          </a:xfrm>
          <a:prstGeom prst="rect">
            <a:avLst/>
          </a:prstGeom>
          <a:noFill/>
          <a:ln/>
        </p:spPr>
        <p:txBody>
          <a:bodyPr wrap="square" lIns="0" tIns="0" rIns="0" bIns="0" rtlCol="0" anchor="ctr"/>
          <a:lstStyle/>
          <a:p>
            <a:pPr indent="0" marL="0">
              <a:buNone/>
            </a:pPr>
            <a:r>
              <a:rPr lang="en-US" sz="800" b="1" spc="90" kern="0" dirty="0">
                <a:solidFill>
                  <a:srgbClr val="1F84D0"/>
                </a:solidFill>
                <a:latin typeface="Noto Sans Mono" pitchFamily="34" charset="0"/>
                <a:ea typeface="Noto Sans Mono" pitchFamily="34" charset="-122"/>
                <a:cs typeface="Noto Sans Mono" pitchFamily="34" charset="-120"/>
              </a:rPr>
              <a:t>CAPÍTULO II · DIAGNÓSTICO SITUACIONAL</a:t>
            </a:r>
            <a:endParaRPr lang="en-US" sz="800" dirty="0"/>
          </a:p>
        </p:txBody>
      </p:sp>
      <p:sp>
        <p:nvSpPr>
          <p:cNvPr id="32" name="Text 30"/>
          <p:cNvSpPr/>
          <p:nvPr/>
        </p:nvSpPr>
        <p:spPr>
          <a:xfrm>
            <a:off x="658368" y="1627632"/>
            <a:ext cx="10835640" cy="585216"/>
          </a:xfrm>
          <a:prstGeom prst="rect">
            <a:avLst/>
          </a:prstGeom>
          <a:noFill/>
          <a:ln/>
        </p:spPr>
        <p:txBody>
          <a:bodyPr wrap="square" lIns="0" tIns="0" rIns="0" bIns="0" rtlCol="0" anchor="ctr"/>
          <a:lstStyle/>
          <a:p>
            <a:pPr indent="0" marL="0">
              <a:buNone/>
            </a:pPr>
            <a:r>
              <a:rPr lang="en-US" sz="2900" b="1" dirty="0">
                <a:solidFill>
                  <a:srgbClr val="17384D"/>
                </a:solidFill>
                <a:latin typeface="Trebuchet MS" pitchFamily="34" charset="0"/>
                <a:ea typeface="Trebuchet MS" pitchFamily="34" charset="-122"/>
                <a:cs typeface="Trebuchet MS" pitchFamily="34" charset="-120"/>
              </a:rPr>
              <a:t>Del registro manual al control automatizado</a:t>
            </a:r>
            <a:endParaRPr lang="en-US" sz="2900" dirty="0"/>
          </a:p>
        </p:txBody>
      </p:sp>
      <p:sp>
        <p:nvSpPr>
          <p:cNvPr id="33" name="Shape 31"/>
          <p:cNvSpPr/>
          <p:nvPr/>
        </p:nvSpPr>
        <p:spPr>
          <a:xfrm>
            <a:off x="685800" y="2304288"/>
            <a:ext cx="5257800" cy="2743200"/>
          </a:xfrm>
          <a:prstGeom prst="roundRect">
            <a:avLst>
              <a:gd name="adj" fmla="val 2000"/>
            </a:avLst>
          </a:prstGeom>
          <a:solidFill>
            <a:srgbClr val="FFFFFF">
              <a:alpha val="97000"/>
            </a:srgbClr>
          </a:solidFill>
          <a:ln w="12700">
            <a:solidFill>
              <a:srgbClr val="FFFFFF"/>
            </a:solidFill>
            <a:prstDash val="solid"/>
          </a:ln>
        </p:spPr>
      </p:sp>
      <p:sp>
        <p:nvSpPr>
          <p:cNvPr id="34" name="Text 32"/>
          <p:cNvSpPr/>
          <p:nvPr/>
        </p:nvSpPr>
        <p:spPr>
          <a:xfrm>
            <a:off x="914400" y="2487168"/>
            <a:ext cx="4800600" cy="329184"/>
          </a:xfrm>
          <a:prstGeom prst="rect">
            <a:avLst/>
          </a:prstGeom>
          <a:noFill/>
          <a:ln/>
        </p:spPr>
        <p:txBody>
          <a:bodyPr wrap="square" lIns="0" tIns="0" rIns="0" bIns="0" rtlCol="0" anchor="ctr"/>
          <a:lstStyle/>
          <a:p>
            <a:pPr indent="0" marL="0">
              <a:buNone/>
            </a:pPr>
            <a:r>
              <a:rPr lang="en-US" sz="1800" b="1" dirty="0">
                <a:solidFill>
                  <a:srgbClr val="1F84D0"/>
                </a:solidFill>
                <a:latin typeface="Trebuchet MS" pitchFamily="34" charset="0"/>
                <a:ea typeface="Trebuchet MS" pitchFamily="34" charset="-122"/>
                <a:cs typeface="Trebuchet MS" pitchFamily="34" charset="-120"/>
              </a:rPr>
              <a:t>Situación actual</a:t>
            </a:r>
            <a:endParaRPr lang="en-US" sz="1800" dirty="0"/>
          </a:p>
        </p:txBody>
      </p:sp>
      <p:sp>
        <p:nvSpPr>
          <p:cNvPr id="35" name="Shape 33"/>
          <p:cNvSpPr/>
          <p:nvPr/>
        </p:nvSpPr>
        <p:spPr>
          <a:xfrm>
            <a:off x="960120" y="3081528"/>
            <a:ext cx="128016" cy="128016"/>
          </a:xfrm>
          <a:prstGeom prst="ellipse">
            <a:avLst/>
          </a:prstGeom>
          <a:solidFill>
            <a:srgbClr val="1F84D0"/>
          </a:solidFill>
          <a:ln w="12700">
            <a:solidFill>
              <a:srgbClr val="1F84D0"/>
            </a:solidFill>
            <a:prstDash val="solid"/>
          </a:ln>
        </p:spPr>
      </p:sp>
      <p:sp>
        <p:nvSpPr>
          <p:cNvPr id="36" name="Text 34"/>
          <p:cNvSpPr/>
          <p:nvPr/>
        </p:nvSpPr>
        <p:spPr>
          <a:xfrm>
            <a:off x="1216152" y="2999232"/>
            <a:ext cx="4453128" cy="292608"/>
          </a:xfrm>
          <a:prstGeom prst="rect">
            <a:avLst/>
          </a:prstGeom>
          <a:noFill/>
          <a:ln/>
        </p:spPr>
        <p:txBody>
          <a:bodyPr wrap="square" lIns="0" tIns="0" rIns="0" bIns="0" rtlCol="0" anchor="ctr"/>
          <a:lstStyle/>
          <a:p>
            <a:pPr indent="0" marL="0">
              <a:buNone/>
            </a:pPr>
            <a:r>
              <a:rPr lang="en-US" sz="1200" dirty="0">
                <a:solidFill>
                  <a:srgbClr val="17384D"/>
                </a:solidFill>
                <a:latin typeface="Noto Sans" pitchFamily="34" charset="0"/>
                <a:ea typeface="Noto Sans" pitchFamily="34" charset="-122"/>
                <a:cs typeface="Noto Sans" pitchFamily="34" charset="-120"/>
              </a:rPr>
              <a:t>Registros en hojas de cálculo</a:t>
            </a:r>
            <a:endParaRPr lang="en-US" sz="1200" dirty="0"/>
          </a:p>
        </p:txBody>
      </p:sp>
      <p:sp>
        <p:nvSpPr>
          <p:cNvPr id="37" name="Shape 35"/>
          <p:cNvSpPr/>
          <p:nvPr/>
        </p:nvSpPr>
        <p:spPr>
          <a:xfrm>
            <a:off x="960120" y="3584448"/>
            <a:ext cx="128016" cy="128016"/>
          </a:xfrm>
          <a:prstGeom prst="ellipse">
            <a:avLst/>
          </a:prstGeom>
          <a:solidFill>
            <a:srgbClr val="1F84D0"/>
          </a:solidFill>
          <a:ln w="12700">
            <a:solidFill>
              <a:srgbClr val="1F84D0"/>
            </a:solidFill>
            <a:prstDash val="solid"/>
          </a:ln>
        </p:spPr>
      </p:sp>
      <p:sp>
        <p:nvSpPr>
          <p:cNvPr id="38" name="Text 36"/>
          <p:cNvSpPr/>
          <p:nvPr/>
        </p:nvSpPr>
        <p:spPr>
          <a:xfrm>
            <a:off x="1216152" y="3502152"/>
            <a:ext cx="4453128" cy="292608"/>
          </a:xfrm>
          <a:prstGeom prst="rect">
            <a:avLst/>
          </a:prstGeom>
          <a:noFill/>
          <a:ln/>
        </p:spPr>
        <p:txBody>
          <a:bodyPr wrap="square" lIns="0" tIns="0" rIns="0" bIns="0" rtlCol="0" anchor="ctr"/>
          <a:lstStyle/>
          <a:p>
            <a:pPr indent="0" marL="0">
              <a:buNone/>
            </a:pPr>
            <a:r>
              <a:rPr lang="en-US" sz="1200" dirty="0">
                <a:solidFill>
                  <a:srgbClr val="17384D"/>
                </a:solidFill>
                <a:latin typeface="Noto Sans" pitchFamily="34" charset="0"/>
                <a:ea typeface="Noto Sans" pitchFamily="34" charset="-122"/>
                <a:cs typeface="Noto Sans" pitchFamily="34" charset="-120"/>
              </a:rPr>
              <a:t>Copiado repetitivo de datos</a:t>
            </a:r>
            <a:endParaRPr lang="en-US" sz="1200" dirty="0"/>
          </a:p>
        </p:txBody>
      </p:sp>
      <p:sp>
        <p:nvSpPr>
          <p:cNvPr id="39" name="Shape 37"/>
          <p:cNvSpPr/>
          <p:nvPr/>
        </p:nvSpPr>
        <p:spPr>
          <a:xfrm>
            <a:off x="960120" y="4087368"/>
            <a:ext cx="128016" cy="128016"/>
          </a:xfrm>
          <a:prstGeom prst="ellipse">
            <a:avLst/>
          </a:prstGeom>
          <a:solidFill>
            <a:srgbClr val="1F84D0"/>
          </a:solidFill>
          <a:ln w="12700">
            <a:solidFill>
              <a:srgbClr val="1F84D0"/>
            </a:solidFill>
            <a:prstDash val="solid"/>
          </a:ln>
        </p:spPr>
      </p:sp>
      <p:sp>
        <p:nvSpPr>
          <p:cNvPr id="40" name="Text 38"/>
          <p:cNvSpPr/>
          <p:nvPr/>
        </p:nvSpPr>
        <p:spPr>
          <a:xfrm>
            <a:off x="1216152" y="4005072"/>
            <a:ext cx="4453128" cy="292608"/>
          </a:xfrm>
          <a:prstGeom prst="rect">
            <a:avLst/>
          </a:prstGeom>
          <a:noFill/>
          <a:ln/>
        </p:spPr>
        <p:txBody>
          <a:bodyPr wrap="square" lIns="0" tIns="0" rIns="0" bIns="0" rtlCol="0" anchor="ctr"/>
          <a:lstStyle/>
          <a:p>
            <a:pPr indent="0" marL="0">
              <a:buNone/>
            </a:pPr>
            <a:r>
              <a:rPr lang="en-US" sz="1200" dirty="0">
                <a:solidFill>
                  <a:srgbClr val="17384D"/>
                </a:solidFill>
                <a:latin typeface="Noto Sans" pitchFamily="34" charset="0"/>
                <a:ea typeface="Noto Sans" pitchFamily="34" charset="-122"/>
                <a:cs typeface="Noto Sans" pitchFamily="34" charset="-120"/>
              </a:rPr>
              <a:t>Filtrado y consolidación manual</a:t>
            </a:r>
            <a:endParaRPr lang="en-US" sz="1200" dirty="0"/>
          </a:p>
        </p:txBody>
      </p:sp>
      <p:sp>
        <p:nvSpPr>
          <p:cNvPr id="41" name="Shape 39"/>
          <p:cNvSpPr/>
          <p:nvPr/>
        </p:nvSpPr>
        <p:spPr>
          <a:xfrm>
            <a:off x="960120" y="4590288"/>
            <a:ext cx="128016" cy="128016"/>
          </a:xfrm>
          <a:prstGeom prst="ellipse">
            <a:avLst/>
          </a:prstGeom>
          <a:solidFill>
            <a:srgbClr val="1F84D0"/>
          </a:solidFill>
          <a:ln w="12700">
            <a:solidFill>
              <a:srgbClr val="1F84D0"/>
            </a:solidFill>
            <a:prstDash val="solid"/>
          </a:ln>
        </p:spPr>
      </p:sp>
      <p:sp>
        <p:nvSpPr>
          <p:cNvPr id="42" name="Text 40"/>
          <p:cNvSpPr/>
          <p:nvPr/>
        </p:nvSpPr>
        <p:spPr>
          <a:xfrm>
            <a:off x="1216152" y="4507992"/>
            <a:ext cx="4453128" cy="292608"/>
          </a:xfrm>
          <a:prstGeom prst="rect">
            <a:avLst/>
          </a:prstGeom>
          <a:noFill/>
          <a:ln/>
        </p:spPr>
        <p:txBody>
          <a:bodyPr wrap="square" lIns="0" tIns="0" rIns="0" bIns="0" rtlCol="0" anchor="ctr"/>
          <a:lstStyle/>
          <a:p>
            <a:pPr indent="0" marL="0">
              <a:buNone/>
            </a:pPr>
            <a:r>
              <a:rPr lang="en-US" sz="1200" dirty="0">
                <a:solidFill>
                  <a:srgbClr val="17384D"/>
                </a:solidFill>
                <a:latin typeface="Noto Sans" pitchFamily="34" charset="0"/>
                <a:ea typeface="Noto Sans" pitchFamily="34" charset="-122"/>
                <a:cs typeface="Noto Sans" pitchFamily="34" charset="-120"/>
              </a:rPr>
              <a:t>Resúmenes preparados bajo demanda</a:t>
            </a:r>
            <a:endParaRPr lang="en-US" sz="1200" dirty="0"/>
          </a:p>
        </p:txBody>
      </p:sp>
      <p:sp>
        <p:nvSpPr>
          <p:cNvPr id="43" name="Shape 41"/>
          <p:cNvSpPr/>
          <p:nvPr/>
        </p:nvSpPr>
        <p:spPr>
          <a:xfrm>
            <a:off x="6236208" y="2304288"/>
            <a:ext cx="5257800" cy="2743200"/>
          </a:xfrm>
          <a:prstGeom prst="roundRect">
            <a:avLst>
              <a:gd name="adj" fmla="val 2000"/>
            </a:avLst>
          </a:prstGeom>
          <a:solidFill>
            <a:srgbClr val="F7DDE1">
              <a:alpha val="97000"/>
            </a:srgbClr>
          </a:solidFill>
          <a:ln w="12700">
            <a:solidFill>
              <a:srgbClr val="FFFFFF"/>
            </a:solidFill>
            <a:prstDash val="solid"/>
          </a:ln>
        </p:spPr>
      </p:sp>
      <p:sp>
        <p:nvSpPr>
          <p:cNvPr id="44" name="Text 42"/>
          <p:cNvSpPr/>
          <p:nvPr/>
        </p:nvSpPr>
        <p:spPr>
          <a:xfrm>
            <a:off x="6464808" y="2487168"/>
            <a:ext cx="4800600" cy="329184"/>
          </a:xfrm>
          <a:prstGeom prst="rect">
            <a:avLst/>
          </a:prstGeom>
          <a:noFill/>
          <a:ln/>
        </p:spPr>
        <p:txBody>
          <a:bodyPr wrap="square" lIns="0" tIns="0" rIns="0" bIns="0" rtlCol="0" anchor="ctr"/>
          <a:lstStyle/>
          <a:p>
            <a:pPr indent="0" marL="0">
              <a:buNone/>
            </a:pPr>
            <a:r>
              <a:rPr lang="en-US" sz="1800" b="1" dirty="0">
                <a:solidFill>
                  <a:srgbClr val="8F1D2C"/>
                </a:solidFill>
                <a:latin typeface="Trebuchet MS" pitchFamily="34" charset="0"/>
                <a:ea typeface="Trebuchet MS" pitchFamily="34" charset="-122"/>
                <a:cs typeface="Trebuchet MS" pitchFamily="34" charset="-120"/>
              </a:rPr>
              <a:t>Efectos posibles</a:t>
            </a:r>
            <a:endParaRPr lang="en-US" sz="1800" dirty="0"/>
          </a:p>
        </p:txBody>
      </p:sp>
      <p:sp>
        <p:nvSpPr>
          <p:cNvPr id="45" name="Shape 43"/>
          <p:cNvSpPr/>
          <p:nvPr/>
        </p:nvSpPr>
        <p:spPr>
          <a:xfrm>
            <a:off x="6510528" y="3081528"/>
            <a:ext cx="128016" cy="128016"/>
          </a:xfrm>
          <a:prstGeom prst="ellipse">
            <a:avLst/>
          </a:prstGeom>
          <a:solidFill>
            <a:srgbClr val="8F1D2C"/>
          </a:solidFill>
          <a:ln w="12700">
            <a:solidFill>
              <a:srgbClr val="8F1D2C"/>
            </a:solidFill>
            <a:prstDash val="solid"/>
          </a:ln>
        </p:spPr>
      </p:sp>
      <p:sp>
        <p:nvSpPr>
          <p:cNvPr id="46" name="Text 44"/>
          <p:cNvSpPr/>
          <p:nvPr/>
        </p:nvSpPr>
        <p:spPr>
          <a:xfrm>
            <a:off x="6766560" y="2999232"/>
            <a:ext cx="4453128" cy="292608"/>
          </a:xfrm>
          <a:prstGeom prst="rect">
            <a:avLst/>
          </a:prstGeom>
          <a:noFill/>
          <a:ln/>
        </p:spPr>
        <p:txBody>
          <a:bodyPr wrap="square" lIns="0" tIns="0" rIns="0" bIns="0" rtlCol="0" anchor="ctr"/>
          <a:lstStyle/>
          <a:p>
            <a:pPr indent="0" marL="0">
              <a:buNone/>
            </a:pPr>
            <a:r>
              <a:rPr lang="en-US" sz="1200" dirty="0">
                <a:solidFill>
                  <a:srgbClr val="17384D"/>
                </a:solidFill>
                <a:latin typeface="Noto Sans" pitchFamily="34" charset="0"/>
                <a:ea typeface="Noto Sans" pitchFamily="34" charset="-122"/>
                <a:cs typeface="Noto Sans" pitchFamily="34" charset="-120"/>
              </a:rPr>
              <a:t>Duplicidad u omisión de movimientos</a:t>
            </a:r>
            <a:endParaRPr lang="en-US" sz="1200" dirty="0"/>
          </a:p>
        </p:txBody>
      </p:sp>
      <p:sp>
        <p:nvSpPr>
          <p:cNvPr id="47" name="Shape 45"/>
          <p:cNvSpPr/>
          <p:nvPr/>
        </p:nvSpPr>
        <p:spPr>
          <a:xfrm>
            <a:off x="6510528" y="3584448"/>
            <a:ext cx="128016" cy="128016"/>
          </a:xfrm>
          <a:prstGeom prst="ellipse">
            <a:avLst/>
          </a:prstGeom>
          <a:solidFill>
            <a:srgbClr val="8F1D2C"/>
          </a:solidFill>
          <a:ln w="12700">
            <a:solidFill>
              <a:srgbClr val="8F1D2C"/>
            </a:solidFill>
            <a:prstDash val="solid"/>
          </a:ln>
        </p:spPr>
      </p:sp>
      <p:sp>
        <p:nvSpPr>
          <p:cNvPr id="48" name="Text 46"/>
          <p:cNvSpPr/>
          <p:nvPr/>
        </p:nvSpPr>
        <p:spPr>
          <a:xfrm>
            <a:off x="6766560" y="3502152"/>
            <a:ext cx="4453128" cy="292608"/>
          </a:xfrm>
          <a:prstGeom prst="rect">
            <a:avLst/>
          </a:prstGeom>
          <a:noFill/>
          <a:ln/>
        </p:spPr>
        <p:txBody>
          <a:bodyPr wrap="square" lIns="0" tIns="0" rIns="0" bIns="0" rtlCol="0" anchor="ctr"/>
          <a:lstStyle/>
          <a:p>
            <a:pPr indent="0" marL="0">
              <a:buNone/>
            </a:pPr>
            <a:r>
              <a:rPr lang="en-US" sz="1200" dirty="0">
                <a:solidFill>
                  <a:srgbClr val="17384D"/>
                </a:solidFill>
                <a:latin typeface="Noto Sans" pitchFamily="34" charset="0"/>
                <a:ea typeface="Noto Sans" pitchFamily="34" charset="-122"/>
                <a:cs typeface="Noto Sans" pitchFamily="34" charset="-120"/>
              </a:rPr>
              <a:t>Demoras en registro y consulta</a:t>
            </a:r>
            <a:endParaRPr lang="en-US" sz="1200" dirty="0"/>
          </a:p>
        </p:txBody>
      </p:sp>
      <p:sp>
        <p:nvSpPr>
          <p:cNvPr id="49" name="Shape 47"/>
          <p:cNvSpPr/>
          <p:nvPr/>
        </p:nvSpPr>
        <p:spPr>
          <a:xfrm>
            <a:off x="6510528" y="4087368"/>
            <a:ext cx="128016" cy="128016"/>
          </a:xfrm>
          <a:prstGeom prst="ellipse">
            <a:avLst/>
          </a:prstGeom>
          <a:solidFill>
            <a:srgbClr val="8F1D2C"/>
          </a:solidFill>
          <a:ln w="12700">
            <a:solidFill>
              <a:srgbClr val="8F1D2C"/>
            </a:solidFill>
            <a:prstDash val="solid"/>
          </a:ln>
        </p:spPr>
      </p:sp>
      <p:sp>
        <p:nvSpPr>
          <p:cNvPr id="50" name="Text 48"/>
          <p:cNvSpPr/>
          <p:nvPr/>
        </p:nvSpPr>
        <p:spPr>
          <a:xfrm>
            <a:off x="6766560" y="4005072"/>
            <a:ext cx="4453128" cy="292608"/>
          </a:xfrm>
          <a:prstGeom prst="rect">
            <a:avLst/>
          </a:prstGeom>
          <a:noFill/>
          <a:ln/>
        </p:spPr>
        <p:txBody>
          <a:bodyPr wrap="square" lIns="0" tIns="0" rIns="0" bIns="0" rtlCol="0" anchor="ctr"/>
          <a:lstStyle/>
          <a:p>
            <a:pPr indent="0" marL="0">
              <a:buNone/>
            </a:pPr>
            <a:r>
              <a:rPr lang="en-US" sz="1200" dirty="0">
                <a:solidFill>
                  <a:srgbClr val="17384D"/>
                </a:solidFill>
                <a:latin typeface="Noto Sans" pitchFamily="34" charset="0"/>
                <a:ea typeface="Noto Sans" pitchFamily="34" charset="-122"/>
                <a:cs typeface="Noto Sans" pitchFamily="34" charset="-120"/>
              </a:rPr>
              <a:t>Menor trazabilidad del expediente</a:t>
            </a:r>
            <a:endParaRPr lang="en-US" sz="1200" dirty="0"/>
          </a:p>
        </p:txBody>
      </p:sp>
      <p:sp>
        <p:nvSpPr>
          <p:cNvPr id="51" name="Shape 49"/>
          <p:cNvSpPr/>
          <p:nvPr/>
        </p:nvSpPr>
        <p:spPr>
          <a:xfrm>
            <a:off x="6510528" y="4590288"/>
            <a:ext cx="128016" cy="128016"/>
          </a:xfrm>
          <a:prstGeom prst="ellipse">
            <a:avLst/>
          </a:prstGeom>
          <a:solidFill>
            <a:srgbClr val="8F1D2C"/>
          </a:solidFill>
          <a:ln w="12700">
            <a:solidFill>
              <a:srgbClr val="8F1D2C"/>
            </a:solidFill>
            <a:prstDash val="solid"/>
          </a:ln>
        </p:spPr>
      </p:sp>
      <p:sp>
        <p:nvSpPr>
          <p:cNvPr id="52" name="Text 50"/>
          <p:cNvSpPr/>
          <p:nvPr/>
        </p:nvSpPr>
        <p:spPr>
          <a:xfrm>
            <a:off x="6766560" y="4507992"/>
            <a:ext cx="4453128" cy="292608"/>
          </a:xfrm>
          <a:prstGeom prst="rect">
            <a:avLst/>
          </a:prstGeom>
          <a:noFill/>
          <a:ln/>
        </p:spPr>
        <p:txBody>
          <a:bodyPr wrap="square" lIns="0" tIns="0" rIns="0" bIns="0" rtlCol="0" anchor="ctr"/>
          <a:lstStyle/>
          <a:p>
            <a:pPr indent="0" marL="0">
              <a:buNone/>
            </a:pPr>
            <a:r>
              <a:rPr lang="en-US" sz="1200" dirty="0">
                <a:solidFill>
                  <a:srgbClr val="17384D"/>
                </a:solidFill>
                <a:latin typeface="Noto Sans" pitchFamily="34" charset="0"/>
                <a:ea typeface="Noto Sans" pitchFamily="34" charset="-122"/>
                <a:cs typeface="Noto Sans" pitchFamily="34" charset="-120"/>
              </a:rPr>
              <a:t>Reportes no inmediatos</a:t>
            </a:r>
            <a:endParaRPr lang="en-US" sz="1200" dirty="0"/>
          </a:p>
        </p:txBody>
      </p:sp>
      <p:sp>
        <p:nvSpPr>
          <p:cNvPr id="53" name="Text 51"/>
          <p:cNvSpPr/>
          <p:nvPr/>
        </p:nvSpPr>
        <p:spPr>
          <a:xfrm>
            <a:off x="960120" y="5330952"/>
            <a:ext cx="10241280" cy="402336"/>
          </a:xfrm>
          <a:prstGeom prst="rect">
            <a:avLst/>
          </a:prstGeom>
          <a:noFill/>
          <a:ln/>
        </p:spPr>
        <p:txBody>
          <a:bodyPr wrap="square" lIns="0" tIns="0" rIns="0" bIns="0" rtlCol="0" anchor="ctr"/>
          <a:lstStyle/>
          <a:p>
            <a:pPr algn="ctr" indent="0" marL="0">
              <a:buNone/>
            </a:pPr>
            <a:r>
              <a:rPr lang="en-US" sz="1700" b="1" i="1" dirty="0">
                <a:solidFill>
                  <a:srgbClr val="194C6C"/>
                </a:solidFill>
                <a:latin typeface="Trebuchet MS" pitchFamily="34" charset="0"/>
                <a:ea typeface="Trebuchet MS" pitchFamily="34" charset="-122"/>
                <a:cs typeface="Trebuchet MS" pitchFamily="34" charset="-120"/>
              </a:rPr>
              <a:t>“El control existía; la oportunidad estaba en automatizarlo.”</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76B5E3"/>
        </a:solidFill>
      </p:bgPr>
    </p:bg>
    <p:spTree>
      <p:nvGrpSpPr>
        <p:cNvPr id="1" name=""/>
        <p:cNvGrpSpPr/>
        <p:nvPr/>
      </p:nvGrpSpPr>
      <p:grpSpPr>
        <a:xfrm>
          <a:off x="0" y="0"/>
          <a:ext cx="0" cy="0"/>
          <a:chOff x="0" y="0"/>
          <a:chExt cx="0" cy="0"/>
        </a:xfrm>
      </p:grpSpPr>
      <p:sp>
        <p:nvSpPr>
          <p:cNvPr id="2" name="Shape 0"/>
          <p:cNvSpPr/>
          <p:nvPr/>
        </p:nvSpPr>
        <p:spPr>
          <a:xfrm>
            <a:off x="-1005840" y="-1280160"/>
            <a:ext cx="6583680" cy="4754880"/>
          </a:xfrm>
          <a:prstGeom prst="ellipse">
            <a:avLst/>
          </a:prstGeom>
          <a:solidFill>
            <a:srgbClr val="DFF6FF">
              <a:alpha val="82000"/>
            </a:srgbClr>
          </a:solidFill>
          <a:ln w="12700">
            <a:solidFill>
              <a:srgbClr val="DFF6FF">
                <a:alpha val="0"/>
              </a:srgbClr>
            </a:solidFill>
            <a:prstDash val="solid"/>
          </a:ln>
        </p:spPr>
      </p:sp>
      <p:sp>
        <p:nvSpPr>
          <p:cNvPr id="3" name="Shape 1"/>
          <p:cNvSpPr/>
          <p:nvPr/>
        </p:nvSpPr>
        <p:spPr>
          <a:xfrm>
            <a:off x="7955280" y="4023360"/>
            <a:ext cx="5303520" cy="3657600"/>
          </a:xfrm>
          <a:prstGeom prst="ellipse">
            <a:avLst/>
          </a:prstGeom>
          <a:solidFill>
            <a:srgbClr val="B8E2F8">
              <a:alpha val="78000"/>
            </a:srgbClr>
          </a:solidFill>
          <a:ln w="12700">
            <a:solidFill>
              <a:srgbClr val="B8E2F8">
                <a:alpha val="0"/>
              </a:srgbClr>
            </a:solidFill>
            <a:prstDash val="solid"/>
          </a:ln>
        </p:spPr>
      </p:sp>
      <p:sp>
        <p:nvSpPr>
          <p:cNvPr id="4" name="Shape 2"/>
          <p:cNvSpPr/>
          <p:nvPr/>
        </p:nvSpPr>
        <p:spPr>
          <a:xfrm>
            <a:off x="256032" y="237744"/>
            <a:ext cx="11676888" cy="6382512"/>
          </a:xfrm>
          <a:prstGeom prst="roundRect">
            <a:avLst>
              <a:gd name="adj" fmla="val 1146"/>
            </a:avLst>
          </a:prstGeom>
          <a:solidFill>
            <a:srgbClr val="EDF9FF">
              <a:alpha val="96000"/>
            </a:srgbClr>
          </a:solidFill>
          <a:ln w="17780">
            <a:solidFill>
              <a:srgbClr val="FFFFFF"/>
            </a:solidFill>
            <a:prstDash val="solid"/>
          </a:ln>
        </p:spPr>
      </p:sp>
      <p:sp>
        <p:nvSpPr>
          <p:cNvPr id="5" name="Shape 3"/>
          <p:cNvSpPr/>
          <p:nvPr/>
        </p:nvSpPr>
        <p:spPr>
          <a:xfrm>
            <a:off x="384048" y="356616"/>
            <a:ext cx="11411712" cy="530352"/>
          </a:xfrm>
          <a:prstGeom prst="roundRect">
            <a:avLst>
              <a:gd name="adj" fmla="val 10345"/>
            </a:avLst>
          </a:prstGeom>
          <a:solidFill>
            <a:srgbClr val="1F84D0"/>
          </a:solidFill>
          <a:ln w="11430">
            <a:solidFill>
              <a:srgbClr val="146EA9"/>
            </a:solidFill>
            <a:prstDash val="solid"/>
          </a:ln>
        </p:spPr>
      </p:sp>
      <p:sp>
        <p:nvSpPr>
          <p:cNvPr id="6" name="Shape 4"/>
          <p:cNvSpPr/>
          <p:nvPr/>
        </p:nvSpPr>
        <p:spPr>
          <a:xfrm>
            <a:off x="484632" y="411480"/>
            <a:ext cx="11201400" cy="118872"/>
          </a:xfrm>
          <a:prstGeom prst="roundRect">
            <a:avLst>
              <a:gd name="adj" fmla="val 30769"/>
            </a:avLst>
          </a:prstGeom>
          <a:solidFill>
            <a:srgbClr val="FFFFFF">
              <a:alpha val="38000"/>
            </a:srgbClr>
          </a:solidFill>
          <a:ln w="12700">
            <a:solidFill>
              <a:srgbClr val="FFFFFF">
                <a:alpha val="0"/>
              </a:srgbClr>
            </a:solidFill>
            <a:prstDash val="solid"/>
          </a:ln>
        </p:spPr>
      </p:sp>
      <p:sp>
        <p:nvSpPr>
          <p:cNvPr id="7" name="Shape 5"/>
          <p:cNvSpPr/>
          <p:nvPr/>
        </p:nvSpPr>
        <p:spPr>
          <a:xfrm>
            <a:off x="557784" y="466344"/>
            <a:ext cx="256032" cy="256032"/>
          </a:xfrm>
          <a:prstGeom prst="ellipse">
            <a:avLst/>
          </a:prstGeom>
          <a:solidFill>
            <a:srgbClr val="42ABF5"/>
          </a:solidFill>
          <a:ln w="8890">
            <a:solidFill>
              <a:srgbClr val="FFFFFF"/>
            </a:solidFill>
            <a:prstDash val="solid"/>
          </a:ln>
        </p:spPr>
      </p:sp>
      <p:sp>
        <p:nvSpPr>
          <p:cNvPr id="8" name="Shape 6"/>
          <p:cNvSpPr/>
          <p:nvPr/>
        </p:nvSpPr>
        <p:spPr>
          <a:xfrm>
            <a:off x="905256" y="475488"/>
            <a:ext cx="228600" cy="237744"/>
          </a:xfrm>
          <a:prstGeom prst="roundRect">
            <a:avLst>
              <a:gd name="adj" fmla="val 12000"/>
            </a:avLst>
          </a:prstGeom>
          <a:solidFill>
            <a:srgbClr val="FFFFFF">
              <a:alpha val="27000"/>
            </a:srgbClr>
          </a:solidFill>
          <a:ln w="7620">
            <a:solidFill>
              <a:srgbClr val="FFFFFF">
                <a:alpha val="65000"/>
              </a:srgbClr>
            </a:solidFill>
            <a:prstDash val="solid"/>
          </a:ln>
        </p:spPr>
      </p:sp>
      <p:sp>
        <p:nvSpPr>
          <p:cNvPr id="9" name="Text 7"/>
          <p:cNvSpPr/>
          <p:nvPr/>
        </p:nvSpPr>
        <p:spPr>
          <a:xfrm>
            <a:off x="905256" y="457200"/>
            <a:ext cx="228600" cy="210312"/>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a:t>
            </a:r>
            <a:endParaRPr lang="en-US" sz="1200" dirty="0"/>
          </a:p>
        </p:txBody>
      </p:sp>
      <p:sp>
        <p:nvSpPr>
          <p:cNvPr id="10" name="Shape 8"/>
          <p:cNvSpPr/>
          <p:nvPr/>
        </p:nvSpPr>
        <p:spPr>
          <a:xfrm>
            <a:off x="1197864" y="475488"/>
            <a:ext cx="228600" cy="237744"/>
          </a:xfrm>
          <a:prstGeom prst="roundRect">
            <a:avLst>
              <a:gd name="adj" fmla="val 12000"/>
            </a:avLst>
          </a:prstGeom>
          <a:solidFill>
            <a:srgbClr val="FFFFFF">
              <a:alpha val="27000"/>
            </a:srgbClr>
          </a:solidFill>
          <a:ln w="7620">
            <a:solidFill>
              <a:srgbClr val="FFFFFF">
                <a:alpha val="65000"/>
              </a:srgbClr>
            </a:solidFill>
            <a:prstDash val="solid"/>
          </a:ln>
        </p:spPr>
      </p:sp>
      <p:sp>
        <p:nvSpPr>
          <p:cNvPr id="11" name="Text 9"/>
          <p:cNvSpPr/>
          <p:nvPr/>
        </p:nvSpPr>
        <p:spPr>
          <a:xfrm>
            <a:off x="1197864" y="457200"/>
            <a:ext cx="228600" cy="210312"/>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a:t>
            </a:r>
            <a:endParaRPr lang="en-US" sz="1200" dirty="0"/>
          </a:p>
        </p:txBody>
      </p:sp>
      <p:sp>
        <p:nvSpPr>
          <p:cNvPr id="12" name="Shape 10"/>
          <p:cNvSpPr/>
          <p:nvPr/>
        </p:nvSpPr>
        <p:spPr>
          <a:xfrm>
            <a:off x="1572768" y="475488"/>
            <a:ext cx="7818120" cy="246888"/>
          </a:xfrm>
          <a:prstGeom prst="roundRect">
            <a:avLst>
              <a:gd name="adj" fmla="val 14815"/>
            </a:avLst>
          </a:prstGeom>
          <a:solidFill>
            <a:srgbClr val="FFFFFF">
              <a:alpha val="93000"/>
            </a:srgbClr>
          </a:solidFill>
          <a:ln w="7620">
            <a:solidFill>
              <a:srgbClr val="9ED0EC"/>
            </a:solidFill>
            <a:prstDash val="solid"/>
          </a:ln>
        </p:spPr>
      </p:sp>
      <p:sp>
        <p:nvSpPr>
          <p:cNvPr id="13" name="Text 11"/>
          <p:cNvSpPr/>
          <p:nvPr/>
        </p:nvSpPr>
        <p:spPr>
          <a:xfrm>
            <a:off x="1755648" y="507492"/>
            <a:ext cx="7452360" cy="128016"/>
          </a:xfrm>
          <a:prstGeom prst="rect">
            <a:avLst/>
          </a:prstGeom>
          <a:noFill/>
          <a:ln/>
        </p:spPr>
        <p:txBody>
          <a:bodyPr wrap="square" lIns="0" tIns="0" rIns="0" bIns="0" rtlCol="0" anchor="ctr"/>
          <a:lstStyle/>
          <a:p>
            <a:pPr indent="0" marL="0">
              <a:buNone/>
            </a:pPr>
            <a:r>
              <a:rPr lang="en-US" sz="730" spc="80" kern="0" dirty="0">
                <a:solidFill>
                  <a:srgbClr val="194C6C"/>
                </a:solidFill>
                <a:latin typeface="Noto Sans Mono" pitchFamily="34" charset="0"/>
                <a:ea typeface="Noto Sans Mono" pitchFamily="34" charset="-122"/>
                <a:cs typeface="Noto Sans Mono" pitchFamily="34" charset="-120"/>
              </a:rPr>
              <a:t>baseaccess://capitulo-2/arbol-y-objetivos</a:t>
            </a:r>
            <a:endParaRPr lang="en-US" sz="730" dirty="0"/>
          </a:p>
        </p:txBody>
      </p:sp>
      <p:sp>
        <p:nvSpPr>
          <p:cNvPr id="14" name="Shape 12"/>
          <p:cNvSpPr/>
          <p:nvPr/>
        </p:nvSpPr>
        <p:spPr>
          <a:xfrm>
            <a:off x="10771632" y="502920"/>
            <a:ext cx="164592" cy="164592"/>
          </a:xfrm>
          <a:prstGeom prst="ellipse">
            <a:avLst/>
          </a:prstGeom>
          <a:solidFill>
            <a:srgbClr val="F6CA45"/>
          </a:solidFill>
          <a:ln w="6350">
            <a:solidFill>
              <a:srgbClr val="FFFFFF"/>
            </a:solidFill>
            <a:prstDash val="solid"/>
          </a:ln>
        </p:spPr>
      </p:sp>
      <p:sp>
        <p:nvSpPr>
          <p:cNvPr id="15" name="Shape 13"/>
          <p:cNvSpPr/>
          <p:nvPr/>
        </p:nvSpPr>
        <p:spPr>
          <a:xfrm>
            <a:off x="11055096" y="502920"/>
            <a:ext cx="164592" cy="164592"/>
          </a:xfrm>
          <a:prstGeom prst="ellipse">
            <a:avLst/>
          </a:prstGeom>
          <a:solidFill>
            <a:srgbClr val="72C81D"/>
          </a:solidFill>
          <a:ln w="6350">
            <a:solidFill>
              <a:srgbClr val="FFFFFF"/>
            </a:solidFill>
            <a:prstDash val="solid"/>
          </a:ln>
        </p:spPr>
      </p:sp>
      <p:sp>
        <p:nvSpPr>
          <p:cNvPr id="16" name="Shape 14"/>
          <p:cNvSpPr/>
          <p:nvPr/>
        </p:nvSpPr>
        <p:spPr>
          <a:xfrm>
            <a:off x="11338560" y="502920"/>
            <a:ext cx="164592" cy="164592"/>
          </a:xfrm>
          <a:prstGeom prst="ellipse">
            <a:avLst/>
          </a:prstGeom>
          <a:solidFill>
            <a:srgbClr val="F06A78"/>
          </a:solidFill>
          <a:ln w="6350">
            <a:solidFill>
              <a:srgbClr val="FFFFFF"/>
            </a:solidFill>
            <a:prstDash val="solid"/>
          </a:ln>
        </p:spPr>
      </p:sp>
      <p:sp>
        <p:nvSpPr>
          <p:cNvPr id="17" name="Shape 15"/>
          <p:cNvSpPr/>
          <p:nvPr/>
        </p:nvSpPr>
        <p:spPr>
          <a:xfrm>
            <a:off x="585216" y="932688"/>
            <a:ext cx="2011680" cy="347472"/>
          </a:xfrm>
          <a:prstGeom prst="roundRect">
            <a:avLst>
              <a:gd name="adj" fmla="val 10526"/>
            </a:avLst>
          </a:prstGeom>
          <a:solidFill>
            <a:srgbClr val="D7EEFA">
              <a:alpha val="85000"/>
            </a:srgbClr>
          </a:solidFill>
          <a:ln w="8890">
            <a:solidFill>
              <a:srgbClr val="9ED0EC"/>
            </a:solidFill>
            <a:prstDash val="solid"/>
          </a:ln>
        </p:spPr>
      </p:sp>
      <p:sp>
        <p:nvSpPr>
          <p:cNvPr id="18" name="Text 16"/>
          <p:cNvSpPr/>
          <p:nvPr/>
        </p:nvSpPr>
        <p:spPr>
          <a:xfrm>
            <a:off x="658368" y="1019556"/>
            <a:ext cx="1865376" cy="137160"/>
          </a:xfrm>
          <a:prstGeom prst="rect">
            <a:avLst/>
          </a:prstGeom>
          <a:noFill/>
          <a:ln/>
        </p:spPr>
        <p:txBody>
          <a:bodyPr wrap="square" lIns="0" tIns="0" rIns="0" bIns="0" rtlCol="0" anchor="ctr"/>
          <a:lstStyle/>
          <a:p>
            <a:pPr algn="ctr" indent="0" marL="0">
              <a:buNone/>
            </a:pPr>
            <a:r>
              <a:rPr lang="en-US" sz="720" dirty="0">
                <a:solidFill>
                  <a:srgbClr val="5B7382"/>
                </a:solidFill>
                <a:latin typeface="Noto Sans Mono" pitchFamily="34" charset="0"/>
                <a:ea typeface="Noto Sans Mono" pitchFamily="34" charset="-122"/>
                <a:cs typeface="Noto Sans Mono" pitchFamily="34" charset="-120"/>
              </a:rPr>
              <a:t>I  Empresa</a:t>
            </a:r>
            <a:endParaRPr lang="en-US" sz="720" dirty="0"/>
          </a:p>
        </p:txBody>
      </p:sp>
      <p:sp>
        <p:nvSpPr>
          <p:cNvPr id="19" name="Shape 17"/>
          <p:cNvSpPr/>
          <p:nvPr/>
        </p:nvSpPr>
        <p:spPr>
          <a:xfrm>
            <a:off x="2798064" y="932688"/>
            <a:ext cx="2011680" cy="347472"/>
          </a:xfrm>
          <a:prstGeom prst="roundRect">
            <a:avLst>
              <a:gd name="adj" fmla="val 10526"/>
            </a:avLst>
          </a:prstGeom>
          <a:solidFill>
            <a:srgbClr val="FFFFFF">
              <a:alpha val="98000"/>
            </a:srgbClr>
          </a:solidFill>
          <a:ln w="8890">
            <a:solidFill>
              <a:srgbClr val="FFFFFF"/>
            </a:solidFill>
            <a:prstDash val="solid"/>
          </a:ln>
        </p:spPr>
      </p:sp>
      <p:sp>
        <p:nvSpPr>
          <p:cNvPr id="20" name="Text 18"/>
          <p:cNvSpPr/>
          <p:nvPr/>
        </p:nvSpPr>
        <p:spPr>
          <a:xfrm>
            <a:off x="2871216" y="1019556"/>
            <a:ext cx="1865376" cy="137160"/>
          </a:xfrm>
          <a:prstGeom prst="rect">
            <a:avLst/>
          </a:prstGeom>
          <a:noFill/>
          <a:ln/>
        </p:spPr>
        <p:txBody>
          <a:bodyPr wrap="square" lIns="0" tIns="0" rIns="0" bIns="0" rtlCol="0" anchor="ctr"/>
          <a:lstStyle/>
          <a:p>
            <a:pPr algn="ctr" indent="0" marL="0">
              <a:buNone/>
            </a:pPr>
            <a:r>
              <a:rPr lang="en-US" sz="720" b="1" dirty="0">
                <a:solidFill>
                  <a:srgbClr val="194C6C"/>
                </a:solidFill>
                <a:latin typeface="Noto Sans Mono" pitchFamily="34" charset="0"/>
                <a:ea typeface="Noto Sans Mono" pitchFamily="34" charset="-122"/>
                <a:cs typeface="Noto Sans Mono" pitchFamily="34" charset="-120"/>
              </a:rPr>
              <a:t>II  Diagnóstico</a:t>
            </a:r>
            <a:endParaRPr lang="en-US" sz="720" dirty="0"/>
          </a:p>
        </p:txBody>
      </p:sp>
      <p:sp>
        <p:nvSpPr>
          <p:cNvPr id="21" name="Shape 19"/>
          <p:cNvSpPr/>
          <p:nvPr/>
        </p:nvSpPr>
        <p:spPr>
          <a:xfrm>
            <a:off x="5010912" y="932688"/>
            <a:ext cx="2011680" cy="347472"/>
          </a:xfrm>
          <a:prstGeom prst="roundRect">
            <a:avLst>
              <a:gd name="adj" fmla="val 10526"/>
            </a:avLst>
          </a:prstGeom>
          <a:solidFill>
            <a:srgbClr val="D7EEFA">
              <a:alpha val="85000"/>
            </a:srgbClr>
          </a:solidFill>
          <a:ln w="8890">
            <a:solidFill>
              <a:srgbClr val="9ED0EC"/>
            </a:solidFill>
            <a:prstDash val="solid"/>
          </a:ln>
        </p:spPr>
      </p:sp>
      <p:sp>
        <p:nvSpPr>
          <p:cNvPr id="22" name="Text 20"/>
          <p:cNvSpPr/>
          <p:nvPr/>
        </p:nvSpPr>
        <p:spPr>
          <a:xfrm>
            <a:off x="5084064" y="1019556"/>
            <a:ext cx="1865376" cy="137160"/>
          </a:xfrm>
          <a:prstGeom prst="rect">
            <a:avLst/>
          </a:prstGeom>
          <a:noFill/>
          <a:ln/>
        </p:spPr>
        <p:txBody>
          <a:bodyPr wrap="square" lIns="0" tIns="0" rIns="0" bIns="0" rtlCol="0" anchor="ctr"/>
          <a:lstStyle/>
          <a:p>
            <a:pPr algn="ctr" indent="0" marL="0">
              <a:buNone/>
            </a:pPr>
            <a:r>
              <a:rPr lang="en-US" sz="720" dirty="0">
                <a:solidFill>
                  <a:srgbClr val="5B7382"/>
                </a:solidFill>
                <a:latin typeface="Noto Sans Mono" pitchFamily="34" charset="0"/>
                <a:ea typeface="Noto Sans Mono" pitchFamily="34" charset="-122"/>
                <a:cs typeface="Noto Sans Mono" pitchFamily="34" charset="-120"/>
              </a:rPr>
              <a:t>III  Fundamentos</a:t>
            </a:r>
            <a:endParaRPr lang="en-US" sz="720" dirty="0"/>
          </a:p>
        </p:txBody>
      </p:sp>
      <p:sp>
        <p:nvSpPr>
          <p:cNvPr id="23" name="Shape 21"/>
          <p:cNvSpPr/>
          <p:nvPr/>
        </p:nvSpPr>
        <p:spPr>
          <a:xfrm>
            <a:off x="7223760" y="932688"/>
            <a:ext cx="2011680" cy="347472"/>
          </a:xfrm>
          <a:prstGeom prst="roundRect">
            <a:avLst>
              <a:gd name="adj" fmla="val 10526"/>
            </a:avLst>
          </a:prstGeom>
          <a:solidFill>
            <a:srgbClr val="D7EEFA">
              <a:alpha val="85000"/>
            </a:srgbClr>
          </a:solidFill>
          <a:ln w="8890">
            <a:solidFill>
              <a:srgbClr val="9ED0EC"/>
            </a:solidFill>
            <a:prstDash val="solid"/>
          </a:ln>
        </p:spPr>
      </p:sp>
      <p:sp>
        <p:nvSpPr>
          <p:cNvPr id="24" name="Text 22"/>
          <p:cNvSpPr/>
          <p:nvPr/>
        </p:nvSpPr>
        <p:spPr>
          <a:xfrm>
            <a:off x="7296912" y="1019556"/>
            <a:ext cx="1865376" cy="137160"/>
          </a:xfrm>
          <a:prstGeom prst="rect">
            <a:avLst/>
          </a:prstGeom>
          <a:noFill/>
          <a:ln/>
        </p:spPr>
        <p:txBody>
          <a:bodyPr wrap="square" lIns="0" tIns="0" rIns="0" bIns="0" rtlCol="0" anchor="ctr"/>
          <a:lstStyle/>
          <a:p>
            <a:pPr algn="ctr" indent="0" marL="0">
              <a:buNone/>
            </a:pPr>
            <a:r>
              <a:rPr lang="en-US" sz="720" dirty="0">
                <a:solidFill>
                  <a:srgbClr val="5B7382"/>
                </a:solidFill>
                <a:latin typeface="Noto Sans Mono" pitchFamily="34" charset="0"/>
                <a:ea typeface="Noto Sans Mono" pitchFamily="34" charset="-122"/>
                <a:cs typeface="Noto Sans Mono" pitchFamily="34" charset="-120"/>
              </a:rPr>
              <a:t>IV  Desarrollo</a:t>
            </a:r>
            <a:endParaRPr lang="en-US" sz="720" dirty="0"/>
          </a:p>
        </p:txBody>
      </p:sp>
      <p:sp>
        <p:nvSpPr>
          <p:cNvPr id="25" name="Shape 23"/>
          <p:cNvSpPr/>
          <p:nvPr/>
        </p:nvSpPr>
        <p:spPr>
          <a:xfrm>
            <a:off x="9436608" y="932688"/>
            <a:ext cx="2011680" cy="347472"/>
          </a:xfrm>
          <a:prstGeom prst="roundRect">
            <a:avLst>
              <a:gd name="adj" fmla="val 10526"/>
            </a:avLst>
          </a:prstGeom>
          <a:solidFill>
            <a:srgbClr val="D7EEFA">
              <a:alpha val="85000"/>
            </a:srgbClr>
          </a:solidFill>
          <a:ln w="8890">
            <a:solidFill>
              <a:srgbClr val="9ED0EC"/>
            </a:solidFill>
            <a:prstDash val="solid"/>
          </a:ln>
        </p:spPr>
      </p:sp>
      <p:sp>
        <p:nvSpPr>
          <p:cNvPr id="26" name="Text 24"/>
          <p:cNvSpPr/>
          <p:nvPr/>
        </p:nvSpPr>
        <p:spPr>
          <a:xfrm>
            <a:off x="9509760" y="1019556"/>
            <a:ext cx="1865376" cy="137160"/>
          </a:xfrm>
          <a:prstGeom prst="rect">
            <a:avLst/>
          </a:prstGeom>
          <a:noFill/>
          <a:ln/>
        </p:spPr>
        <p:txBody>
          <a:bodyPr wrap="square" lIns="0" tIns="0" rIns="0" bIns="0" rtlCol="0" anchor="ctr"/>
          <a:lstStyle/>
          <a:p>
            <a:pPr algn="ctr" indent="0" marL="0">
              <a:buNone/>
            </a:pPr>
            <a:r>
              <a:rPr lang="en-US" sz="720" dirty="0">
                <a:solidFill>
                  <a:srgbClr val="5B7382"/>
                </a:solidFill>
                <a:latin typeface="Noto Sans Mono" pitchFamily="34" charset="0"/>
                <a:ea typeface="Noto Sans Mono" pitchFamily="34" charset="-122"/>
                <a:cs typeface="Noto Sans Mono" pitchFamily="34" charset="-120"/>
              </a:rPr>
              <a:t>V  Resultados</a:t>
            </a:r>
            <a:endParaRPr lang="en-US" sz="720" dirty="0"/>
          </a:p>
        </p:txBody>
      </p:sp>
      <p:sp>
        <p:nvSpPr>
          <p:cNvPr id="27" name="Shape 25"/>
          <p:cNvSpPr/>
          <p:nvPr/>
        </p:nvSpPr>
        <p:spPr>
          <a:xfrm>
            <a:off x="402336" y="6236208"/>
            <a:ext cx="11384280" cy="246888"/>
          </a:xfrm>
          <a:prstGeom prst="roundRect">
            <a:avLst>
              <a:gd name="adj" fmla="val 12963"/>
            </a:avLst>
          </a:prstGeom>
          <a:solidFill>
            <a:srgbClr val="D7EEFA">
              <a:alpha val="88000"/>
            </a:srgbClr>
          </a:solidFill>
          <a:ln w="7620">
            <a:solidFill>
              <a:srgbClr val="9ED0EC"/>
            </a:solidFill>
            <a:prstDash val="solid"/>
          </a:ln>
        </p:spPr>
      </p:sp>
      <p:sp>
        <p:nvSpPr>
          <p:cNvPr id="28" name="Shape 26"/>
          <p:cNvSpPr/>
          <p:nvPr/>
        </p:nvSpPr>
        <p:spPr>
          <a:xfrm>
            <a:off x="576072" y="6304788"/>
            <a:ext cx="109728" cy="109728"/>
          </a:xfrm>
          <a:prstGeom prst="ellipse">
            <a:avLst/>
          </a:prstGeom>
          <a:solidFill>
            <a:srgbClr val="72C81D"/>
          </a:solidFill>
          <a:ln w="6350">
            <a:solidFill>
              <a:srgbClr val="438C0D"/>
            </a:solidFill>
            <a:prstDash val="solid"/>
          </a:ln>
        </p:spPr>
      </p:sp>
      <p:sp>
        <p:nvSpPr>
          <p:cNvPr id="29" name="Text 27"/>
          <p:cNvSpPr/>
          <p:nvPr/>
        </p:nvSpPr>
        <p:spPr>
          <a:xfrm>
            <a:off x="768096" y="6286500"/>
            <a:ext cx="8961120" cy="118872"/>
          </a:xfrm>
          <a:prstGeom prst="rect">
            <a:avLst/>
          </a:prstGeom>
          <a:noFill/>
          <a:ln/>
        </p:spPr>
        <p:txBody>
          <a:bodyPr wrap="square" lIns="0" tIns="0" rIns="0" bIns="0" rtlCol="0" anchor="ctr"/>
          <a:lstStyle/>
          <a:p>
            <a:pPr indent="0" marL="0">
              <a:buNone/>
            </a:pPr>
            <a:r>
              <a:rPr lang="en-US" sz="680" dirty="0">
                <a:solidFill>
                  <a:srgbClr val="194C6C"/>
                </a:solidFill>
                <a:latin typeface="Noto Sans Mono" pitchFamily="34" charset="0"/>
                <a:ea typeface="Noto Sans Mono" pitchFamily="34" charset="-122"/>
                <a:cs typeface="Noto Sans Mono" pitchFamily="34" charset="-120"/>
              </a:rPr>
              <a:t>Diagnóstico conectado con cuatro objetivos</a:t>
            </a:r>
            <a:endParaRPr lang="en-US" sz="680" dirty="0"/>
          </a:p>
        </p:txBody>
      </p:sp>
      <p:sp>
        <p:nvSpPr>
          <p:cNvPr id="30" name="Text 28"/>
          <p:cNvSpPr/>
          <p:nvPr/>
        </p:nvSpPr>
        <p:spPr>
          <a:xfrm>
            <a:off x="10652760" y="6281928"/>
            <a:ext cx="822960" cy="128016"/>
          </a:xfrm>
          <a:prstGeom prst="rect">
            <a:avLst/>
          </a:prstGeom>
          <a:noFill/>
          <a:ln/>
        </p:spPr>
        <p:txBody>
          <a:bodyPr wrap="square" lIns="0" tIns="0" rIns="0" bIns="0" rtlCol="0" anchor="ctr"/>
          <a:lstStyle/>
          <a:p>
            <a:pPr algn="r" indent="0" marL="0">
              <a:buNone/>
            </a:pPr>
            <a:r>
              <a:rPr lang="en-US" sz="680" b="1" dirty="0">
                <a:solidFill>
                  <a:srgbClr val="194C6C"/>
                </a:solidFill>
                <a:latin typeface="Noto Sans Mono" pitchFamily="34" charset="0"/>
                <a:ea typeface="Noto Sans Mono" pitchFamily="34" charset="-122"/>
                <a:cs typeface="Noto Sans Mono" pitchFamily="34" charset="-120"/>
              </a:rPr>
              <a:t>05 / 10</a:t>
            </a:r>
            <a:endParaRPr lang="en-US" sz="680" dirty="0"/>
          </a:p>
        </p:txBody>
      </p:sp>
      <p:sp>
        <p:nvSpPr>
          <p:cNvPr id="31" name="Text 29"/>
          <p:cNvSpPr/>
          <p:nvPr/>
        </p:nvSpPr>
        <p:spPr>
          <a:xfrm>
            <a:off x="658368" y="1417320"/>
            <a:ext cx="7132320" cy="182880"/>
          </a:xfrm>
          <a:prstGeom prst="rect">
            <a:avLst/>
          </a:prstGeom>
          <a:noFill/>
          <a:ln/>
        </p:spPr>
        <p:txBody>
          <a:bodyPr wrap="square" lIns="0" tIns="0" rIns="0" bIns="0" rtlCol="0" anchor="ctr"/>
          <a:lstStyle/>
          <a:p>
            <a:pPr indent="0" marL="0">
              <a:buNone/>
            </a:pPr>
            <a:r>
              <a:rPr lang="en-US" sz="800" b="1" spc="90" kern="0" dirty="0">
                <a:solidFill>
                  <a:srgbClr val="1F84D0"/>
                </a:solidFill>
                <a:latin typeface="Noto Sans Mono" pitchFamily="34" charset="0"/>
                <a:ea typeface="Noto Sans Mono" pitchFamily="34" charset="-122"/>
                <a:cs typeface="Noto Sans Mono" pitchFamily="34" charset="-120"/>
              </a:rPr>
              <a:t>CAPÍTULO II · PROBLEMA Y OBJETIVOS</a:t>
            </a:r>
            <a:endParaRPr lang="en-US" sz="800" dirty="0"/>
          </a:p>
        </p:txBody>
      </p:sp>
      <p:sp>
        <p:nvSpPr>
          <p:cNvPr id="32" name="Text 30"/>
          <p:cNvSpPr/>
          <p:nvPr/>
        </p:nvSpPr>
        <p:spPr>
          <a:xfrm>
            <a:off x="658368" y="1627632"/>
            <a:ext cx="10835640" cy="585216"/>
          </a:xfrm>
          <a:prstGeom prst="rect">
            <a:avLst/>
          </a:prstGeom>
          <a:noFill/>
          <a:ln/>
        </p:spPr>
        <p:txBody>
          <a:bodyPr wrap="square" lIns="0" tIns="0" rIns="0" bIns="0" rtlCol="0" anchor="ctr"/>
          <a:lstStyle/>
          <a:p>
            <a:pPr indent="0" marL="0">
              <a:buNone/>
            </a:pPr>
            <a:r>
              <a:rPr lang="en-US" sz="2900" b="1" dirty="0">
                <a:solidFill>
                  <a:srgbClr val="17384D"/>
                </a:solidFill>
                <a:latin typeface="Trebuchet MS" pitchFamily="34" charset="0"/>
                <a:ea typeface="Trebuchet MS" pitchFamily="34" charset="-122"/>
                <a:cs typeface="Trebuchet MS" pitchFamily="34" charset="-120"/>
              </a:rPr>
              <a:t>Del diagnóstico al plan de desarrollo</a:t>
            </a:r>
            <a:endParaRPr lang="en-US" sz="2900" dirty="0"/>
          </a:p>
        </p:txBody>
      </p:sp>
      <p:sp>
        <p:nvSpPr>
          <p:cNvPr id="33" name="Shape 31"/>
          <p:cNvSpPr/>
          <p:nvPr/>
        </p:nvSpPr>
        <p:spPr>
          <a:xfrm>
            <a:off x="658368" y="2286000"/>
            <a:ext cx="6629400" cy="3566160"/>
          </a:xfrm>
          <a:prstGeom prst="roundRect">
            <a:avLst>
              <a:gd name="adj" fmla="val 1282"/>
            </a:avLst>
          </a:prstGeom>
          <a:solidFill>
            <a:srgbClr val="FFFFFF"/>
          </a:solidFill>
          <a:ln w="12700">
            <a:solidFill>
              <a:srgbClr val="FFFFFF"/>
            </a:solidFill>
            <a:prstDash val="solid"/>
          </a:ln>
        </p:spPr>
      </p:sp>
      <p:sp>
        <p:nvSpPr>
          <p:cNvPr id="34" name="Text 32"/>
          <p:cNvSpPr/>
          <p:nvPr/>
        </p:nvSpPr>
        <p:spPr>
          <a:xfrm>
            <a:off x="804672" y="2395728"/>
            <a:ext cx="6336792" cy="164592"/>
          </a:xfrm>
          <a:prstGeom prst="rect">
            <a:avLst/>
          </a:prstGeom>
          <a:noFill/>
          <a:ln/>
        </p:spPr>
        <p:txBody>
          <a:bodyPr wrap="square" lIns="0" tIns="0" rIns="0" bIns="0" rtlCol="0" anchor="ctr"/>
          <a:lstStyle/>
          <a:p>
            <a:pPr indent="0" marL="0">
              <a:buNone/>
            </a:pPr>
            <a:r>
              <a:rPr lang="en-US" sz="700" b="1" spc="70" kern="0" dirty="0">
                <a:solidFill>
                  <a:srgbClr val="8F1D2C"/>
                </a:solidFill>
                <a:latin typeface="Noto Sans Mono" pitchFamily="34" charset="0"/>
                <a:ea typeface="Noto Sans Mono" pitchFamily="34" charset="-122"/>
                <a:cs typeface="Noto Sans Mono" pitchFamily="34" charset="-120"/>
              </a:rPr>
              <a:t>ÁRBOL DEL PROBLEMA</a:t>
            </a:r>
            <a:endParaRPr lang="en-US" sz="700" dirty="0"/>
          </a:p>
        </p:txBody>
      </p:sp>
      <p:pic>
        <p:nvPicPr>
          <p:cNvPr id="35" name="Image 0" descr="/home/user/Documentos/tarea_pasantia/juliano/imagenes/3.png">    </p:cNvPr>
          <p:cNvPicPr>
            <a:picLocks noChangeAspect="1"/>
          </p:cNvPicPr>
          <p:nvPr/>
        </p:nvPicPr>
        <p:blipFill>
          <a:blip r:embed="rId1"/>
          <a:stretch>
            <a:fillRect/>
          </a:stretch>
        </p:blipFill>
        <p:spPr>
          <a:xfrm>
            <a:off x="1348310" y="2633472"/>
            <a:ext cx="5249515" cy="3072384"/>
          </a:xfrm>
          <a:prstGeom prst="rect">
            <a:avLst/>
          </a:prstGeom>
        </p:spPr>
      </p:pic>
      <p:sp>
        <p:nvSpPr>
          <p:cNvPr id="36" name="Shape 33"/>
          <p:cNvSpPr/>
          <p:nvPr/>
        </p:nvSpPr>
        <p:spPr>
          <a:xfrm>
            <a:off x="7543800" y="2286000"/>
            <a:ext cx="3950208" cy="1078992"/>
          </a:xfrm>
          <a:prstGeom prst="roundRect">
            <a:avLst>
              <a:gd name="adj" fmla="val 4237"/>
            </a:avLst>
          </a:prstGeom>
          <a:solidFill>
            <a:srgbClr val="EAF8DE">
              <a:alpha val="96000"/>
            </a:srgbClr>
          </a:solidFill>
          <a:ln w="13970">
            <a:solidFill>
              <a:srgbClr val="FFFFFF"/>
            </a:solidFill>
            <a:prstDash val="solid"/>
          </a:ln>
        </p:spPr>
      </p:sp>
      <p:sp>
        <p:nvSpPr>
          <p:cNvPr id="37" name="Shape 34"/>
          <p:cNvSpPr/>
          <p:nvPr/>
        </p:nvSpPr>
        <p:spPr>
          <a:xfrm>
            <a:off x="7562088" y="2304288"/>
            <a:ext cx="3913632" cy="128016"/>
          </a:xfrm>
          <a:prstGeom prst="roundRect">
            <a:avLst>
              <a:gd name="adj" fmla="val 28571"/>
            </a:avLst>
          </a:prstGeom>
          <a:solidFill>
            <a:srgbClr val="FFFFFF">
              <a:alpha val="52000"/>
            </a:srgbClr>
          </a:solidFill>
          <a:ln w="12700">
            <a:solidFill>
              <a:srgbClr val="FFFFFF">
                <a:alpha val="0"/>
              </a:srgbClr>
            </a:solidFill>
            <a:prstDash val="solid"/>
          </a:ln>
        </p:spPr>
      </p:sp>
      <p:sp>
        <p:nvSpPr>
          <p:cNvPr id="38" name="Shape 35"/>
          <p:cNvSpPr/>
          <p:nvPr/>
        </p:nvSpPr>
        <p:spPr>
          <a:xfrm>
            <a:off x="7543800" y="2286000"/>
            <a:ext cx="64008" cy="1078992"/>
          </a:xfrm>
          <a:prstGeom prst="rect">
            <a:avLst/>
          </a:prstGeom>
          <a:solidFill>
            <a:srgbClr val="72C81D"/>
          </a:solidFill>
          <a:ln w="12700">
            <a:solidFill>
              <a:srgbClr val="72C81D"/>
            </a:solidFill>
            <a:prstDash val="solid"/>
          </a:ln>
        </p:spPr>
      </p:sp>
      <p:sp>
        <p:nvSpPr>
          <p:cNvPr id="39" name="Text 36"/>
          <p:cNvSpPr/>
          <p:nvPr/>
        </p:nvSpPr>
        <p:spPr>
          <a:xfrm>
            <a:off x="7726680" y="2395728"/>
            <a:ext cx="3621024" cy="859536"/>
          </a:xfrm>
          <a:prstGeom prst="rect">
            <a:avLst/>
          </a:prstGeom>
          <a:noFill/>
          <a:ln/>
        </p:spPr>
        <p:txBody>
          <a:bodyPr wrap="square" lIns="0" tIns="0" rIns="0" bIns="0" rtlCol="0" anchor="ctr"/>
          <a:lstStyle/>
          <a:p>
            <a:pPr algn="l" indent="0" marL="0">
              <a:buNone/>
            </a:pPr>
            <a:r>
              <a:rPr lang="en-US" sz="700" b="1" spc="80" kern="0" dirty="0">
                <a:solidFill>
                  <a:srgbClr val="72C81D"/>
                </a:solidFill>
                <a:latin typeface="Noto Sans Mono" pitchFamily="34" charset="0"/>
                <a:ea typeface="Noto Sans Mono" pitchFamily="34" charset="-122"/>
                <a:cs typeface="Noto Sans Mono" pitchFamily="34" charset="-120"/>
              </a:rPr>
              <a:t>OBJETIVO GENERAL</a:t>
            </a:r>
            <a:endParaRPr lang="en-US" sz="700" dirty="0"/>
          </a:p>
          <a:p>
            <a:pPr algn="l" indent="0" marL="0">
              <a:buNone/>
            </a:pPr>
            <a:r>
              <a:rPr lang="en-US" sz="1500" b="1" dirty="0">
                <a:solidFill>
                  <a:srgbClr val="17384D"/>
                </a:solidFill>
                <a:latin typeface="Trebuchet MS" pitchFamily="34" charset="0"/>
                <a:ea typeface="Trebuchet MS" pitchFamily="34" charset="-122"/>
                <a:cs typeface="Trebuchet MS" pitchFamily="34" charset="-120"/>
              </a:rPr>
              <a:t>Desarrollar un prototipo automatizado</a:t>
            </a:r>
            <a:endParaRPr lang="en-US" sz="700" dirty="0"/>
          </a:p>
          <a:p>
            <a:pPr algn="l" indent="0" marL="0">
              <a:buNone/>
            </a:pPr>
            <a:r>
              <a:rPr lang="en-US" sz="900" dirty="0">
                <a:solidFill>
                  <a:srgbClr val="5B7382"/>
                </a:solidFill>
                <a:latin typeface="Noto Sans" pitchFamily="34" charset="0"/>
                <a:ea typeface="Noto Sans" pitchFamily="34" charset="-122"/>
                <a:cs typeface="Noto Sans" pitchFamily="34" charset="-120"/>
              </a:rPr>
              <a:t>Control, trazabilidad y reporte documental.</a:t>
            </a:r>
            <a:endParaRPr lang="en-US" sz="700" dirty="0"/>
          </a:p>
        </p:txBody>
      </p:sp>
      <p:sp>
        <p:nvSpPr>
          <p:cNvPr id="40" name="Shape 37"/>
          <p:cNvSpPr/>
          <p:nvPr/>
        </p:nvSpPr>
        <p:spPr>
          <a:xfrm>
            <a:off x="7543800" y="3584448"/>
            <a:ext cx="3950208" cy="402336"/>
          </a:xfrm>
          <a:prstGeom prst="roundRect">
            <a:avLst>
              <a:gd name="adj" fmla="val 18182"/>
            </a:avLst>
          </a:prstGeom>
          <a:solidFill>
            <a:srgbClr val="1F84D0"/>
          </a:solidFill>
          <a:ln w="8890">
            <a:solidFill>
              <a:srgbClr val="1F84D0"/>
            </a:solidFill>
            <a:prstDash val="solid"/>
          </a:ln>
        </p:spPr>
      </p:sp>
      <p:sp>
        <p:nvSpPr>
          <p:cNvPr id="41" name="Shape 38"/>
          <p:cNvSpPr/>
          <p:nvPr/>
        </p:nvSpPr>
        <p:spPr>
          <a:xfrm>
            <a:off x="7589520" y="3621024"/>
            <a:ext cx="3858768" cy="136794"/>
          </a:xfrm>
          <a:prstGeom prst="roundRect">
            <a:avLst>
              <a:gd name="adj" fmla="val 33423"/>
            </a:avLst>
          </a:prstGeom>
          <a:solidFill>
            <a:srgbClr val="FFFFFF">
              <a:alpha val="45000"/>
            </a:srgbClr>
          </a:solidFill>
          <a:ln w="12700">
            <a:solidFill>
              <a:srgbClr val="FFFFFF">
                <a:alpha val="0"/>
              </a:srgbClr>
            </a:solidFill>
            <a:prstDash val="solid"/>
          </a:ln>
        </p:spPr>
      </p:sp>
      <p:sp>
        <p:nvSpPr>
          <p:cNvPr id="42" name="Text 39"/>
          <p:cNvSpPr/>
          <p:nvPr/>
        </p:nvSpPr>
        <p:spPr>
          <a:xfrm>
            <a:off x="7635240" y="3675888"/>
            <a:ext cx="376732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Noto Sans Mono" pitchFamily="34" charset="0"/>
                <a:ea typeface="Noto Sans Mono" pitchFamily="34" charset="-122"/>
                <a:cs typeface="Noto Sans Mono" pitchFamily="34" charset="-120"/>
              </a:rPr>
              <a:t>01  Diagnosticar</a:t>
            </a:r>
            <a:endParaRPr lang="en-US" sz="900" dirty="0"/>
          </a:p>
        </p:txBody>
      </p:sp>
      <p:sp>
        <p:nvSpPr>
          <p:cNvPr id="43" name="Shape 40"/>
          <p:cNvSpPr/>
          <p:nvPr/>
        </p:nvSpPr>
        <p:spPr>
          <a:xfrm>
            <a:off x="7543800" y="4114800"/>
            <a:ext cx="3950208" cy="402336"/>
          </a:xfrm>
          <a:prstGeom prst="roundRect">
            <a:avLst>
              <a:gd name="adj" fmla="val 18182"/>
            </a:avLst>
          </a:prstGeom>
          <a:solidFill>
            <a:srgbClr val="1F84D0"/>
          </a:solidFill>
          <a:ln w="8890">
            <a:solidFill>
              <a:srgbClr val="1F84D0"/>
            </a:solidFill>
            <a:prstDash val="solid"/>
          </a:ln>
        </p:spPr>
      </p:sp>
      <p:sp>
        <p:nvSpPr>
          <p:cNvPr id="44" name="Shape 41"/>
          <p:cNvSpPr/>
          <p:nvPr/>
        </p:nvSpPr>
        <p:spPr>
          <a:xfrm>
            <a:off x="7589520" y="4151376"/>
            <a:ext cx="3858768" cy="136794"/>
          </a:xfrm>
          <a:prstGeom prst="roundRect">
            <a:avLst>
              <a:gd name="adj" fmla="val 33423"/>
            </a:avLst>
          </a:prstGeom>
          <a:solidFill>
            <a:srgbClr val="FFFFFF">
              <a:alpha val="45000"/>
            </a:srgbClr>
          </a:solidFill>
          <a:ln w="12700">
            <a:solidFill>
              <a:srgbClr val="FFFFFF">
                <a:alpha val="0"/>
              </a:srgbClr>
            </a:solidFill>
            <a:prstDash val="solid"/>
          </a:ln>
        </p:spPr>
      </p:sp>
      <p:sp>
        <p:nvSpPr>
          <p:cNvPr id="45" name="Text 42"/>
          <p:cNvSpPr/>
          <p:nvPr/>
        </p:nvSpPr>
        <p:spPr>
          <a:xfrm>
            <a:off x="7635240" y="4206240"/>
            <a:ext cx="376732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Noto Sans Mono" pitchFamily="34" charset="0"/>
                <a:ea typeface="Noto Sans Mono" pitchFamily="34" charset="-122"/>
                <a:cs typeface="Noto Sans Mono" pitchFamily="34" charset="-120"/>
              </a:rPr>
              <a:t>02  Determinar requerimientos</a:t>
            </a:r>
            <a:endParaRPr lang="en-US" sz="900" dirty="0"/>
          </a:p>
        </p:txBody>
      </p:sp>
      <p:sp>
        <p:nvSpPr>
          <p:cNvPr id="46" name="Shape 43"/>
          <p:cNvSpPr/>
          <p:nvPr/>
        </p:nvSpPr>
        <p:spPr>
          <a:xfrm>
            <a:off x="7543800" y="4645152"/>
            <a:ext cx="3950208" cy="402336"/>
          </a:xfrm>
          <a:prstGeom prst="roundRect">
            <a:avLst>
              <a:gd name="adj" fmla="val 18182"/>
            </a:avLst>
          </a:prstGeom>
          <a:solidFill>
            <a:srgbClr val="1F84D0"/>
          </a:solidFill>
          <a:ln w="8890">
            <a:solidFill>
              <a:srgbClr val="1F84D0"/>
            </a:solidFill>
            <a:prstDash val="solid"/>
          </a:ln>
        </p:spPr>
      </p:sp>
      <p:sp>
        <p:nvSpPr>
          <p:cNvPr id="47" name="Shape 44"/>
          <p:cNvSpPr/>
          <p:nvPr/>
        </p:nvSpPr>
        <p:spPr>
          <a:xfrm>
            <a:off x="7589520" y="4681728"/>
            <a:ext cx="3858768" cy="136794"/>
          </a:xfrm>
          <a:prstGeom prst="roundRect">
            <a:avLst>
              <a:gd name="adj" fmla="val 33423"/>
            </a:avLst>
          </a:prstGeom>
          <a:solidFill>
            <a:srgbClr val="FFFFFF">
              <a:alpha val="45000"/>
            </a:srgbClr>
          </a:solidFill>
          <a:ln w="12700">
            <a:solidFill>
              <a:srgbClr val="FFFFFF">
                <a:alpha val="0"/>
              </a:srgbClr>
            </a:solidFill>
            <a:prstDash val="solid"/>
          </a:ln>
        </p:spPr>
      </p:sp>
      <p:sp>
        <p:nvSpPr>
          <p:cNvPr id="48" name="Text 45"/>
          <p:cNvSpPr/>
          <p:nvPr/>
        </p:nvSpPr>
        <p:spPr>
          <a:xfrm>
            <a:off x="7635240" y="4736592"/>
            <a:ext cx="376732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Noto Sans Mono" pitchFamily="34" charset="0"/>
                <a:ea typeface="Noto Sans Mono" pitchFamily="34" charset="-122"/>
                <a:cs typeface="Noto Sans Mono" pitchFamily="34" charset="-120"/>
              </a:rPr>
              <a:t>03  Diseñar</a:t>
            </a:r>
            <a:endParaRPr lang="en-US" sz="900" dirty="0"/>
          </a:p>
        </p:txBody>
      </p:sp>
      <p:sp>
        <p:nvSpPr>
          <p:cNvPr id="49" name="Shape 46"/>
          <p:cNvSpPr/>
          <p:nvPr/>
        </p:nvSpPr>
        <p:spPr>
          <a:xfrm>
            <a:off x="7543800" y="5175504"/>
            <a:ext cx="3950208" cy="402336"/>
          </a:xfrm>
          <a:prstGeom prst="roundRect">
            <a:avLst>
              <a:gd name="adj" fmla="val 18182"/>
            </a:avLst>
          </a:prstGeom>
          <a:solidFill>
            <a:srgbClr val="72C81D"/>
          </a:solidFill>
          <a:ln w="8890">
            <a:solidFill>
              <a:srgbClr val="72C81D"/>
            </a:solidFill>
            <a:prstDash val="solid"/>
          </a:ln>
        </p:spPr>
      </p:sp>
      <p:sp>
        <p:nvSpPr>
          <p:cNvPr id="50" name="Shape 47"/>
          <p:cNvSpPr/>
          <p:nvPr/>
        </p:nvSpPr>
        <p:spPr>
          <a:xfrm>
            <a:off x="7589520" y="5212080"/>
            <a:ext cx="3858768" cy="136794"/>
          </a:xfrm>
          <a:prstGeom prst="roundRect">
            <a:avLst>
              <a:gd name="adj" fmla="val 33423"/>
            </a:avLst>
          </a:prstGeom>
          <a:solidFill>
            <a:srgbClr val="FFFFFF">
              <a:alpha val="45000"/>
            </a:srgbClr>
          </a:solidFill>
          <a:ln w="12700">
            <a:solidFill>
              <a:srgbClr val="FFFFFF">
                <a:alpha val="0"/>
              </a:srgbClr>
            </a:solidFill>
            <a:prstDash val="solid"/>
          </a:ln>
        </p:spPr>
      </p:sp>
      <p:sp>
        <p:nvSpPr>
          <p:cNvPr id="51" name="Text 48"/>
          <p:cNvSpPr/>
          <p:nvPr/>
        </p:nvSpPr>
        <p:spPr>
          <a:xfrm>
            <a:off x="7635240" y="5266944"/>
            <a:ext cx="3767328"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Noto Sans Mono" pitchFamily="34" charset="0"/>
                <a:ea typeface="Noto Sans Mono" pitchFamily="34" charset="-122"/>
                <a:cs typeface="Noto Sans Mono" pitchFamily="34" charset="-120"/>
              </a:rPr>
              <a:t>04  Implementar y validar</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76B5E3"/>
        </a:solidFill>
      </p:bgPr>
    </p:bg>
    <p:spTree>
      <p:nvGrpSpPr>
        <p:cNvPr id="1" name=""/>
        <p:cNvGrpSpPr/>
        <p:nvPr/>
      </p:nvGrpSpPr>
      <p:grpSpPr>
        <a:xfrm>
          <a:off x="0" y="0"/>
          <a:ext cx="0" cy="0"/>
          <a:chOff x="0" y="0"/>
          <a:chExt cx="0" cy="0"/>
        </a:xfrm>
      </p:grpSpPr>
      <p:sp>
        <p:nvSpPr>
          <p:cNvPr id="2" name="Shape 0"/>
          <p:cNvSpPr/>
          <p:nvPr/>
        </p:nvSpPr>
        <p:spPr>
          <a:xfrm>
            <a:off x="-1005840" y="-1280160"/>
            <a:ext cx="6583680" cy="4754880"/>
          </a:xfrm>
          <a:prstGeom prst="ellipse">
            <a:avLst/>
          </a:prstGeom>
          <a:solidFill>
            <a:srgbClr val="DFF6FF">
              <a:alpha val="82000"/>
            </a:srgbClr>
          </a:solidFill>
          <a:ln w="12700">
            <a:solidFill>
              <a:srgbClr val="DFF6FF">
                <a:alpha val="0"/>
              </a:srgbClr>
            </a:solidFill>
            <a:prstDash val="solid"/>
          </a:ln>
        </p:spPr>
      </p:sp>
      <p:sp>
        <p:nvSpPr>
          <p:cNvPr id="3" name="Shape 1"/>
          <p:cNvSpPr/>
          <p:nvPr/>
        </p:nvSpPr>
        <p:spPr>
          <a:xfrm>
            <a:off x="7955280" y="4023360"/>
            <a:ext cx="5303520" cy="3657600"/>
          </a:xfrm>
          <a:prstGeom prst="ellipse">
            <a:avLst/>
          </a:prstGeom>
          <a:solidFill>
            <a:srgbClr val="B8E2F8">
              <a:alpha val="78000"/>
            </a:srgbClr>
          </a:solidFill>
          <a:ln w="12700">
            <a:solidFill>
              <a:srgbClr val="B8E2F8">
                <a:alpha val="0"/>
              </a:srgbClr>
            </a:solidFill>
            <a:prstDash val="solid"/>
          </a:ln>
        </p:spPr>
      </p:sp>
      <p:sp>
        <p:nvSpPr>
          <p:cNvPr id="4" name="Shape 2"/>
          <p:cNvSpPr/>
          <p:nvPr/>
        </p:nvSpPr>
        <p:spPr>
          <a:xfrm>
            <a:off x="256032" y="237744"/>
            <a:ext cx="11676888" cy="6382512"/>
          </a:xfrm>
          <a:prstGeom prst="roundRect">
            <a:avLst>
              <a:gd name="adj" fmla="val 1146"/>
            </a:avLst>
          </a:prstGeom>
          <a:solidFill>
            <a:srgbClr val="EDF9FF">
              <a:alpha val="96000"/>
            </a:srgbClr>
          </a:solidFill>
          <a:ln w="17780">
            <a:solidFill>
              <a:srgbClr val="FFFFFF"/>
            </a:solidFill>
            <a:prstDash val="solid"/>
          </a:ln>
        </p:spPr>
      </p:sp>
      <p:sp>
        <p:nvSpPr>
          <p:cNvPr id="5" name="Shape 3"/>
          <p:cNvSpPr/>
          <p:nvPr/>
        </p:nvSpPr>
        <p:spPr>
          <a:xfrm>
            <a:off x="384048" y="356616"/>
            <a:ext cx="11411712" cy="530352"/>
          </a:xfrm>
          <a:prstGeom prst="roundRect">
            <a:avLst>
              <a:gd name="adj" fmla="val 10345"/>
            </a:avLst>
          </a:prstGeom>
          <a:solidFill>
            <a:srgbClr val="1F84D0"/>
          </a:solidFill>
          <a:ln w="11430">
            <a:solidFill>
              <a:srgbClr val="146EA9"/>
            </a:solidFill>
            <a:prstDash val="solid"/>
          </a:ln>
        </p:spPr>
      </p:sp>
      <p:sp>
        <p:nvSpPr>
          <p:cNvPr id="6" name="Shape 4"/>
          <p:cNvSpPr/>
          <p:nvPr/>
        </p:nvSpPr>
        <p:spPr>
          <a:xfrm>
            <a:off x="484632" y="411480"/>
            <a:ext cx="11201400" cy="118872"/>
          </a:xfrm>
          <a:prstGeom prst="roundRect">
            <a:avLst>
              <a:gd name="adj" fmla="val 30769"/>
            </a:avLst>
          </a:prstGeom>
          <a:solidFill>
            <a:srgbClr val="FFFFFF">
              <a:alpha val="38000"/>
            </a:srgbClr>
          </a:solidFill>
          <a:ln w="12700">
            <a:solidFill>
              <a:srgbClr val="FFFFFF">
                <a:alpha val="0"/>
              </a:srgbClr>
            </a:solidFill>
            <a:prstDash val="solid"/>
          </a:ln>
        </p:spPr>
      </p:sp>
      <p:sp>
        <p:nvSpPr>
          <p:cNvPr id="7" name="Shape 5"/>
          <p:cNvSpPr/>
          <p:nvPr/>
        </p:nvSpPr>
        <p:spPr>
          <a:xfrm>
            <a:off x="557784" y="466344"/>
            <a:ext cx="256032" cy="256032"/>
          </a:xfrm>
          <a:prstGeom prst="ellipse">
            <a:avLst/>
          </a:prstGeom>
          <a:solidFill>
            <a:srgbClr val="42ABF5"/>
          </a:solidFill>
          <a:ln w="8890">
            <a:solidFill>
              <a:srgbClr val="FFFFFF"/>
            </a:solidFill>
            <a:prstDash val="solid"/>
          </a:ln>
        </p:spPr>
      </p:sp>
      <p:sp>
        <p:nvSpPr>
          <p:cNvPr id="8" name="Shape 6"/>
          <p:cNvSpPr/>
          <p:nvPr/>
        </p:nvSpPr>
        <p:spPr>
          <a:xfrm>
            <a:off x="905256" y="475488"/>
            <a:ext cx="228600" cy="237744"/>
          </a:xfrm>
          <a:prstGeom prst="roundRect">
            <a:avLst>
              <a:gd name="adj" fmla="val 12000"/>
            </a:avLst>
          </a:prstGeom>
          <a:solidFill>
            <a:srgbClr val="FFFFFF">
              <a:alpha val="27000"/>
            </a:srgbClr>
          </a:solidFill>
          <a:ln w="7620">
            <a:solidFill>
              <a:srgbClr val="FFFFFF">
                <a:alpha val="65000"/>
              </a:srgbClr>
            </a:solidFill>
            <a:prstDash val="solid"/>
          </a:ln>
        </p:spPr>
      </p:sp>
      <p:sp>
        <p:nvSpPr>
          <p:cNvPr id="9" name="Text 7"/>
          <p:cNvSpPr/>
          <p:nvPr/>
        </p:nvSpPr>
        <p:spPr>
          <a:xfrm>
            <a:off x="905256" y="457200"/>
            <a:ext cx="228600" cy="210312"/>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a:t>
            </a:r>
            <a:endParaRPr lang="en-US" sz="1200" dirty="0"/>
          </a:p>
        </p:txBody>
      </p:sp>
      <p:sp>
        <p:nvSpPr>
          <p:cNvPr id="10" name="Shape 8"/>
          <p:cNvSpPr/>
          <p:nvPr/>
        </p:nvSpPr>
        <p:spPr>
          <a:xfrm>
            <a:off x="1197864" y="475488"/>
            <a:ext cx="228600" cy="237744"/>
          </a:xfrm>
          <a:prstGeom prst="roundRect">
            <a:avLst>
              <a:gd name="adj" fmla="val 12000"/>
            </a:avLst>
          </a:prstGeom>
          <a:solidFill>
            <a:srgbClr val="FFFFFF">
              <a:alpha val="27000"/>
            </a:srgbClr>
          </a:solidFill>
          <a:ln w="7620">
            <a:solidFill>
              <a:srgbClr val="FFFFFF">
                <a:alpha val="65000"/>
              </a:srgbClr>
            </a:solidFill>
            <a:prstDash val="solid"/>
          </a:ln>
        </p:spPr>
      </p:sp>
      <p:sp>
        <p:nvSpPr>
          <p:cNvPr id="11" name="Text 9"/>
          <p:cNvSpPr/>
          <p:nvPr/>
        </p:nvSpPr>
        <p:spPr>
          <a:xfrm>
            <a:off x="1197864" y="457200"/>
            <a:ext cx="228600" cy="210312"/>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a:t>
            </a:r>
            <a:endParaRPr lang="en-US" sz="1200" dirty="0"/>
          </a:p>
        </p:txBody>
      </p:sp>
      <p:sp>
        <p:nvSpPr>
          <p:cNvPr id="12" name="Shape 10"/>
          <p:cNvSpPr/>
          <p:nvPr/>
        </p:nvSpPr>
        <p:spPr>
          <a:xfrm>
            <a:off x="1572768" y="475488"/>
            <a:ext cx="7818120" cy="246888"/>
          </a:xfrm>
          <a:prstGeom prst="roundRect">
            <a:avLst>
              <a:gd name="adj" fmla="val 14815"/>
            </a:avLst>
          </a:prstGeom>
          <a:solidFill>
            <a:srgbClr val="FFFFFF">
              <a:alpha val="93000"/>
            </a:srgbClr>
          </a:solidFill>
          <a:ln w="7620">
            <a:solidFill>
              <a:srgbClr val="9ED0EC"/>
            </a:solidFill>
            <a:prstDash val="solid"/>
          </a:ln>
        </p:spPr>
      </p:sp>
      <p:sp>
        <p:nvSpPr>
          <p:cNvPr id="13" name="Text 11"/>
          <p:cNvSpPr/>
          <p:nvPr/>
        </p:nvSpPr>
        <p:spPr>
          <a:xfrm>
            <a:off x="1755648" y="507492"/>
            <a:ext cx="7452360" cy="128016"/>
          </a:xfrm>
          <a:prstGeom prst="rect">
            <a:avLst/>
          </a:prstGeom>
          <a:noFill/>
          <a:ln/>
        </p:spPr>
        <p:txBody>
          <a:bodyPr wrap="square" lIns="0" tIns="0" rIns="0" bIns="0" rtlCol="0" anchor="ctr"/>
          <a:lstStyle/>
          <a:p>
            <a:pPr indent="0" marL="0">
              <a:buNone/>
            </a:pPr>
            <a:r>
              <a:rPr lang="en-US" sz="730" spc="80" kern="0" dirty="0">
                <a:solidFill>
                  <a:srgbClr val="194C6C"/>
                </a:solidFill>
                <a:latin typeface="Noto Sans Mono" pitchFamily="34" charset="0"/>
                <a:ea typeface="Noto Sans Mono" pitchFamily="34" charset="-122"/>
                <a:cs typeface="Noto Sans Mono" pitchFamily="34" charset="-120"/>
              </a:rPr>
              <a:t>baseaccess://capitulo-3/fundamentos</a:t>
            </a:r>
            <a:endParaRPr lang="en-US" sz="730" dirty="0"/>
          </a:p>
        </p:txBody>
      </p:sp>
      <p:sp>
        <p:nvSpPr>
          <p:cNvPr id="14" name="Shape 12"/>
          <p:cNvSpPr/>
          <p:nvPr/>
        </p:nvSpPr>
        <p:spPr>
          <a:xfrm>
            <a:off x="10771632" y="502920"/>
            <a:ext cx="164592" cy="164592"/>
          </a:xfrm>
          <a:prstGeom prst="ellipse">
            <a:avLst/>
          </a:prstGeom>
          <a:solidFill>
            <a:srgbClr val="F6CA45"/>
          </a:solidFill>
          <a:ln w="6350">
            <a:solidFill>
              <a:srgbClr val="FFFFFF"/>
            </a:solidFill>
            <a:prstDash val="solid"/>
          </a:ln>
        </p:spPr>
      </p:sp>
      <p:sp>
        <p:nvSpPr>
          <p:cNvPr id="15" name="Shape 13"/>
          <p:cNvSpPr/>
          <p:nvPr/>
        </p:nvSpPr>
        <p:spPr>
          <a:xfrm>
            <a:off x="11055096" y="502920"/>
            <a:ext cx="164592" cy="164592"/>
          </a:xfrm>
          <a:prstGeom prst="ellipse">
            <a:avLst/>
          </a:prstGeom>
          <a:solidFill>
            <a:srgbClr val="72C81D"/>
          </a:solidFill>
          <a:ln w="6350">
            <a:solidFill>
              <a:srgbClr val="FFFFFF"/>
            </a:solidFill>
            <a:prstDash val="solid"/>
          </a:ln>
        </p:spPr>
      </p:sp>
      <p:sp>
        <p:nvSpPr>
          <p:cNvPr id="16" name="Shape 14"/>
          <p:cNvSpPr/>
          <p:nvPr/>
        </p:nvSpPr>
        <p:spPr>
          <a:xfrm>
            <a:off x="11338560" y="502920"/>
            <a:ext cx="164592" cy="164592"/>
          </a:xfrm>
          <a:prstGeom prst="ellipse">
            <a:avLst/>
          </a:prstGeom>
          <a:solidFill>
            <a:srgbClr val="F06A78"/>
          </a:solidFill>
          <a:ln w="6350">
            <a:solidFill>
              <a:srgbClr val="FFFFFF"/>
            </a:solidFill>
            <a:prstDash val="solid"/>
          </a:ln>
        </p:spPr>
      </p:sp>
      <p:sp>
        <p:nvSpPr>
          <p:cNvPr id="17" name="Shape 15"/>
          <p:cNvSpPr/>
          <p:nvPr/>
        </p:nvSpPr>
        <p:spPr>
          <a:xfrm>
            <a:off x="585216" y="932688"/>
            <a:ext cx="2011680" cy="347472"/>
          </a:xfrm>
          <a:prstGeom prst="roundRect">
            <a:avLst>
              <a:gd name="adj" fmla="val 10526"/>
            </a:avLst>
          </a:prstGeom>
          <a:solidFill>
            <a:srgbClr val="D7EEFA">
              <a:alpha val="85000"/>
            </a:srgbClr>
          </a:solidFill>
          <a:ln w="8890">
            <a:solidFill>
              <a:srgbClr val="9ED0EC"/>
            </a:solidFill>
            <a:prstDash val="solid"/>
          </a:ln>
        </p:spPr>
      </p:sp>
      <p:sp>
        <p:nvSpPr>
          <p:cNvPr id="18" name="Text 16"/>
          <p:cNvSpPr/>
          <p:nvPr/>
        </p:nvSpPr>
        <p:spPr>
          <a:xfrm>
            <a:off x="658368" y="1019556"/>
            <a:ext cx="1865376" cy="137160"/>
          </a:xfrm>
          <a:prstGeom prst="rect">
            <a:avLst/>
          </a:prstGeom>
          <a:noFill/>
          <a:ln/>
        </p:spPr>
        <p:txBody>
          <a:bodyPr wrap="square" lIns="0" tIns="0" rIns="0" bIns="0" rtlCol="0" anchor="ctr"/>
          <a:lstStyle/>
          <a:p>
            <a:pPr algn="ctr" indent="0" marL="0">
              <a:buNone/>
            </a:pPr>
            <a:r>
              <a:rPr lang="en-US" sz="720" dirty="0">
                <a:solidFill>
                  <a:srgbClr val="5B7382"/>
                </a:solidFill>
                <a:latin typeface="Noto Sans Mono" pitchFamily="34" charset="0"/>
                <a:ea typeface="Noto Sans Mono" pitchFamily="34" charset="-122"/>
                <a:cs typeface="Noto Sans Mono" pitchFamily="34" charset="-120"/>
              </a:rPr>
              <a:t>I  Empresa</a:t>
            </a:r>
            <a:endParaRPr lang="en-US" sz="720" dirty="0"/>
          </a:p>
        </p:txBody>
      </p:sp>
      <p:sp>
        <p:nvSpPr>
          <p:cNvPr id="19" name="Shape 17"/>
          <p:cNvSpPr/>
          <p:nvPr/>
        </p:nvSpPr>
        <p:spPr>
          <a:xfrm>
            <a:off x="2798064" y="932688"/>
            <a:ext cx="2011680" cy="347472"/>
          </a:xfrm>
          <a:prstGeom prst="roundRect">
            <a:avLst>
              <a:gd name="adj" fmla="val 10526"/>
            </a:avLst>
          </a:prstGeom>
          <a:solidFill>
            <a:srgbClr val="D7EEFA">
              <a:alpha val="85000"/>
            </a:srgbClr>
          </a:solidFill>
          <a:ln w="8890">
            <a:solidFill>
              <a:srgbClr val="9ED0EC"/>
            </a:solidFill>
            <a:prstDash val="solid"/>
          </a:ln>
        </p:spPr>
      </p:sp>
      <p:sp>
        <p:nvSpPr>
          <p:cNvPr id="20" name="Text 18"/>
          <p:cNvSpPr/>
          <p:nvPr/>
        </p:nvSpPr>
        <p:spPr>
          <a:xfrm>
            <a:off x="2871216" y="1019556"/>
            <a:ext cx="1865376" cy="137160"/>
          </a:xfrm>
          <a:prstGeom prst="rect">
            <a:avLst/>
          </a:prstGeom>
          <a:noFill/>
          <a:ln/>
        </p:spPr>
        <p:txBody>
          <a:bodyPr wrap="square" lIns="0" tIns="0" rIns="0" bIns="0" rtlCol="0" anchor="ctr"/>
          <a:lstStyle/>
          <a:p>
            <a:pPr algn="ctr" indent="0" marL="0">
              <a:buNone/>
            </a:pPr>
            <a:r>
              <a:rPr lang="en-US" sz="720" dirty="0">
                <a:solidFill>
                  <a:srgbClr val="5B7382"/>
                </a:solidFill>
                <a:latin typeface="Noto Sans Mono" pitchFamily="34" charset="0"/>
                <a:ea typeface="Noto Sans Mono" pitchFamily="34" charset="-122"/>
                <a:cs typeface="Noto Sans Mono" pitchFamily="34" charset="-120"/>
              </a:rPr>
              <a:t>II  Diagnóstico</a:t>
            </a:r>
            <a:endParaRPr lang="en-US" sz="720" dirty="0"/>
          </a:p>
        </p:txBody>
      </p:sp>
      <p:sp>
        <p:nvSpPr>
          <p:cNvPr id="21" name="Shape 19"/>
          <p:cNvSpPr/>
          <p:nvPr/>
        </p:nvSpPr>
        <p:spPr>
          <a:xfrm>
            <a:off x="5010912" y="932688"/>
            <a:ext cx="2011680" cy="347472"/>
          </a:xfrm>
          <a:prstGeom prst="roundRect">
            <a:avLst>
              <a:gd name="adj" fmla="val 10526"/>
            </a:avLst>
          </a:prstGeom>
          <a:solidFill>
            <a:srgbClr val="FFFFFF">
              <a:alpha val="98000"/>
            </a:srgbClr>
          </a:solidFill>
          <a:ln w="8890">
            <a:solidFill>
              <a:srgbClr val="FFFFFF"/>
            </a:solidFill>
            <a:prstDash val="solid"/>
          </a:ln>
        </p:spPr>
      </p:sp>
      <p:sp>
        <p:nvSpPr>
          <p:cNvPr id="22" name="Text 20"/>
          <p:cNvSpPr/>
          <p:nvPr/>
        </p:nvSpPr>
        <p:spPr>
          <a:xfrm>
            <a:off x="5084064" y="1019556"/>
            <a:ext cx="1865376" cy="137160"/>
          </a:xfrm>
          <a:prstGeom prst="rect">
            <a:avLst/>
          </a:prstGeom>
          <a:noFill/>
          <a:ln/>
        </p:spPr>
        <p:txBody>
          <a:bodyPr wrap="square" lIns="0" tIns="0" rIns="0" bIns="0" rtlCol="0" anchor="ctr"/>
          <a:lstStyle/>
          <a:p>
            <a:pPr algn="ctr" indent="0" marL="0">
              <a:buNone/>
            </a:pPr>
            <a:r>
              <a:rPr lang="en-US" sz="720" b="1" dirty="0">
                <a:solidFill>
                  <a:srgbClr val="194C6C"/>
                </a:solidFill>
                <a:latin typeface="Noto Sans Mono" pitchFamily="34" charset="0"/>
                <a:ea typeface="Noto Sans Mono" pitchFamily="34" charset="-122"/>
                <a:cs typeface="Noto Sans Mono" pitchFamily="34" charset="-120"/>
              </a:rPr>
              <a:t>III  Fundamentos</a:t>
            </a:r>
            <a:endParaRPr lang="en-US" sz="720" dirty="0"/>
          </a:p>
        </p:txBody>
      </p:sp>
      <p:sp>
        <p:nvSpPr>
          <p:cNvPr id="23" name="Shape 21"/>
          <p:cNvSpPr/>
          <p:nvPr/>
        </p:nvSpPr>
        <p:spPr>
          <a:xfrm>
            <a:off x="7223760" y="932688"/>
            <a:ext cx="2011680" cy="347472"/>
          </a:xfrm>
          <a:prstGeom prst="roundRect">
            <a:avLst>
              <a:gd name="adj" fmla="val 10526"/>
            </a:avLst>
          </a:prstGeom>
          <a:solidFill>
            <a:srgbClr val="D7EEFA">
              <a:alpha val="85000"/>
            </a:srgbClr>
          </a:solidFill>
          <a:ln w="8890">
            <a:solidFill>
              <a:srgbClr val="9ED0EC"/>
            </a:solidFill>
            <a:prstDash val="solid"/>
          </a:ln>
        </p:spPr>
      </p:sp>
      <p:sp>
        <p:nvSpPr>
          <p:cNvPr id="24" name="Text 22"/>
          <p:cNvSpPr/>
          <p:nvPr/>
        </p:nvSpPr>
        <p:spPr>
          <a:xfrm>
            <a:off x="7296912" y="1019556"/>
            <a:ext cx="1865376" cy="137160"/>
          </a:xfrm>
          <a:prstGeom prst="rect">
            <a:avLst/>
          </a:prstGeom>
          <a:noFill/>
          <a:ln/>
        </p:spPr>
        <p:txBody>
          <a:bodyPr wrap="square" lIns="0" tIns="0" rIns="0" bIns="0" rtlCol="0" anchor="ctr"/>
          <a:lstStyle/>
          <a:p>
            <a:pPr algn="ctr" indent="0" marL="0">
              <a:buNone/>
            </a:pPr>
            <a:r>
              <a:rPr lang="en-US" sz="720" dirty="0">
                <a:solidFill>
                  <a:srgbClr val="5B7382"/>
                </a:solidFill>
                <a:latin typeface="Noto Sans Mono" pitchFamily="34" charset="0"/>
                <a:ea typeface="Noto Sans Mono" pitchFamily="34" charset="-122"/>
                <a:cs typeface="Noto Sans Mono" pitchFamily="34" charset="-120"/>
              </a:rPr>
              <a:t>IV  Desarrollo</a:t>
            </a:r>
            <a:endParaRPr lang="en-US" sz="720" dirty="0"/>
          </a:p>
        </p:txBody>
      </p:sp>
      <p:sp>
        <p:nvSpPr>
          <p:cNvPr id="25" name="Shape 23"/>
          <p:cNvSpPr/>
          <p:nvPr/>
        </p:nvSpPr>
        <p:spPr>
          <a:xfrm>
            <a:off x="9436608" y="932688"/>
            <a:ext cx="2011680" cy="347472"/>
          </a:xfrm>
          <a:prstGeom prst="roundRect">
            <a:avLst>
              <a:gd name="adj" fmla="val 10526"/>
            </a:avLst>
          </a:prstGeom>
          <a:solidFill>
            <a:srgbClr val="D7EEFA">
              <a:alpha val="85000"/>
            </a:srgbClr>
          </a:solidFill>
          <a:ln w="8890">
            <a:solidFill>
              <a:srgbClr val="9ED0EC"/>
            </a:solidFill>
            <a:prstDash val="solid"/>
          </a:ln>
        </p:spPr>
      </p:sp>
      <p:sp>
        <p:nvSpPr>
          <p:cNvPr id="26" name="Text 24"/>
          <p:cNvSpPr/>
          <p:nvPr/>
        </p:nvSpPr>
        <p:spPr>
          <a:xfrm>
            <a:off x="9509760" y="1019556"/>
            <a:ext cx="1865376" cy="137160"/>
          </a:xfrm>
          <a:prstGeom prst="rect">
            <a:avLst/>
          </a:prstGeom>
          <a:noFill/>
          <a:ln/>
        </p:spPr>
        <p:txBody>
          <a:bodyPr wrap="square" lIns="0" tIns="0" rIns="0" bIns="0" rtlCol="0" anchor="ctr"/>
          <a:lstStyle/>
          <a:p>
            <a:pPr algn="ctr" indent="0" marL="0">
              <a:buNone/>
            </a:pPr>
            <a:r>
              <a:rPr lang="en-US" sz="720" dirty="0">
                <a:solidFill>
                  <a:srgbClr val="5B7382"/>
                </a:solidFill>
                <a:latin typeface="Noto Sans Mono" pitchFamily="34" charset="0"/>
                <a:ea typeface="Noto Sans Mono" pitchFamily="34" charset="-122"/>
                <a:cs typeface="Noto Sans Mono" pitchFamily="34" charset="-120"/>
              </a:rPr>
              <a:t>V  Resultados</a:t>
            </a:r>
            <a:endParaRPr lang="en-US" sz="720" dirty="0"/>
          </a:p>
        </p:txBody>
      </p:sp>
      <p:sp>
        <p:nvSpPr>
          <p:cNvPr id="27" name="Shape 25"/>
          <p:cNvSpPr/>
          <p:nvPr/>
        </p:nvSpPr>
        <p:spPr>
          <a:xfrm>
            <a:off x="402336" y="6236208"/>
            <a:ext cx="11384280" cy="246888"/>
          </a:xfrm>
          <a:prstGeom prst="roundRect">
            <a:avLst>
              <a:gd name="adj" fmla="val 12963"/>
            </a:avLst>
          </a:prstGeom>
          <a:solidFill>
            <a:srgbClr val="D7EEFA">
              <a:alpha val="88000"/>
            </a:srgbClr>
          </a:solidFill>
          <a:ln w="7620">
            <a:solidFill>
              <a:srgbClr val="9ED0EC"/>
            </a:solidFill>
            <a:prstDash val="solid"/>
          </a:ln>
        </p:spPr>
      </p:sp>
      <p:sp>
        <p:nvSpPr>
          <p:cNvPr id="28" name="Shape 26"/>
          <p:cNvSpPr/>
          <p:nvPr/>
        </p:nvSpPr>
        <p:spPr>
          <a:xfrm>
            <a:off x="576072" y="6304788"/>
            <a:ext cx="109728" cy="109728"/>
          </a:xfrm>
          <a:prstGeom prst="ellipse">
            <a:avLst/>
          </a:prstGeom>
          <a:solidFill>
            <a:srgbClr val="72C81D"/>
          </a:solidFill>
          <a:ln w="6350">
            <a:solidFill>
              <a:srgbClr val="438C0D"/>
            </a:solidFill>
            <a:prstDash val="solid"/>
          </a:ln>
        </p:spPr>
      </p:sp>
      <p:sp>
        <p:nvSpPr>
          <p:cNvPr id="29" name="Text 27"/>
          <p:cNvSpPr/>
          <p:nvPr/>
        </p:nvSpPr>
        <p:spPr>
          <a:xfrm>
            <a:off x="768096" y="6286500"/>
            <a:ext cx="8961120" cy="118872"/>
          </a:xfrm>
          <a:prstGeom prst="rect">
            <a:avLst/>
          </a:prstGeom>
          <a:noFill/>
          <a:ln/>
        </p:spPr>
        <p:txBody>
          <a:bodyPr wrap="square" lIns="0" tIns="0" rIns="0" bIns="0" rtlCol="0" anchor="ctr"/>
          <a:lstStyle/>
          <a:p>
            <a:pPr indent="0" marL="0">
              <a:buNone/>
            </a:pPr>
            <a:r>
              <a:rPr lang="en-US" sz="680" dirty="0">
                <a:solidFill>
                  <a:srgbClr val="194C6C"/>
                </a:solidFill>
                <a:latin typeface="Noto Sans Mono" pitchFamily="34" charset="0"/>
                <a:ea typeface="Noto Sans Mono" pitchFamily="34" charset="-122"/>
                <a:cs typeface="Noto Sans Mono" pitchFamily="34" charset="-120"/>
              </a:rPr>
              <a:t>Marco conceptual cargado · cuatro fundamentos</a:t>
            </a:r>
            <a:endParaRPr lang="en-US" sz="680" dirty="0"/>
          </a:p>
        </p:txBody>
      </p:sp>
      <p:sp>
        <p:nvSpPr>
          <p:cNvPr id="30" name="Text 28"/>
          <p:cNvSpPr/>
          <p:nvPr/>
        </p:nvSpPr>
        <p:spPr>
          <a:xfrm>
            <a:off x="10652760" y="6281928"/>
            <a:ext cx="822960" cy="128016"/>
          </a:xfrm>
          <a:prstGeom prst="rect">
            <a:avLst/>
          </a:prstGeom>
          <a:noFill/>
          <a:ln/>
        </p:spPr>
        <p:txBody>
          <a:bodyPr wrap="square" lIns="0" tIns="0" rIns="0" bIns="0" rtlCol="0" anchor="ctr"/>
          <a:lstStyle/>
          <a:p>
            <a:pPr algn="r" indent="0" marL="0">
              <a:buNone/>
            </a:pPr>
            <a:r>
              <a:rPr lang="en-US" sz="680" b="1" dirty="0">
                <a:solidFill>
                  <a:srgbClr val="194C6C"/>
                </a:solidFill>
                <a:latin typeface="Noto Sans Mono" pitchFamily="34" charset="0"/>
                <a:ea typeface="Noto Sans Mono" pitchFamily="34" charset="-122"/>
                <a:cs typeface="Noto Sans Mono" pitchFamily="34" charset="-120"/>
              </a:rPr>
              <a:t>06 / 10</a:t>
            </a:r>
            <a:endParaRPr lang="en-US" sz="680" dirty="0"/>
          </a:p>
        </p:txBody>
      </p:sp>
      <p:sp>
        <p:nvSpPr>
          <p:cNvPr id="31" name="Text 29"/>
          <p:cNvSpPr/>
          <p:nvPr/>
        </p:nvSpPr>
        <p:spPr>
          <a:xfrm>
            <a:off x="658368" y="1417320"/>
            <a:ext cx="7132320" cy="182880"/>
          </a:xfrm>
          <a:prstGeom prst="rect">
            <a:avLst/>
          </a:prstGeom>
          <a:noFill/>
          <a:ln/>
        </p:spPr>
        <p:txBody>
          <a:bodyPr wrap="square" lIns="0" tIns="0" rIns="0" bIns="0" rtlCol="0" anchor="ctr"/>
          <a:lstStyle/>
          <a:p>
            <a:pPr indent="0" marL="0">
              <a:buNone/>
            </a:pPr>
            <a:r>
              <a:rPr lang="en-US" sz="800" b="1" spc="90" kern="0" dirty="0">
                <a:solidFill>
                  <a:srgbClr val="1F84D0"/>
                </a:solidFill>
                <a:latin typeface="Noto Sans Mono" pitchFamily="34" charset="0"/>
                <a:ea typeface="Noto Sans Mono" pitchFamily="34" charset="-122"/>
                <a:cs typeface="Noto Sans Mono" pitchFamily="34" charset="-120"/>
              </a:rPr>
              <a:t>CAPÍTULO III · MARCO TEÓRICO</a:t>
            </a:r>
            <a:endParaRPr lang="en-US" sz="800" dirty="0"/>
          </a:p>
        </p:txBody>
      </p:sp>
      <p:sp>
        <p:nvSpPr>
          <p:cNvPr id="32" name="Text 30"/>
          <p:cNvSpPr/>
          <p:nvPr/>
        </p:nvSpPr>
        <p:spPr>
          <a:xfrm>
            <a:off x="658368" y="1627632"/>
            <a:ext cx="10835640" cy="585216"/>
          </a:xfrm>
          <a:prstGeom prst="rect">
            <a:avLst/>
          </a:prstGeom>
          <a:noFill/>
          <a:ln/>
        </p:spPr>
        <p:txBody>
          <a:bodyPr wrap="square" lIns="0" tIns="0" rIns="0" bIns="0" rtlCol="0" anchor="ctr"/>
          <a:lstStyle/>
          <a:p>
            <a:pPr indent="0" marL="0">
              <a:buNone/>
            </a:pPr>
            <a:r>
              <a:rPr lang="en-US" sz="2900" b="1" dirty="0">
                <a:solidFill>
                  <a:srgbClr val="17384D"/>
                </a:solidFill>
                <a:latin typeface="Trebuchet MS" pitchFamily="34" charset="0"/>
                <a:ea typeface="Trebuchet MS" pitchFamily="34" charset="-122"/>
                <a:cs typeface="Trebuchet MS" pitchFamily="34" charset="-120"/>
              </a:rPr>
              <a:t>Cuatro fundamentos del prototipo</a:t>
            </a:r>
            <a:endParaRPr lang="en-US" sz="2900" dirty="0"/>
          </a:p>
        </p:txBody>
      </p:sp>
      <p:sp>
        <p:nvSpPr>
          <p:cNvPr id="33" name="Shape 31"/>
          <p:cNvSpPr/>
          <p:nvPr/>
        </p:nvSpPr>
        <p:spPr>
          <a:xfrm>
            <a:off x="685800" y="2313432"/>
            <a:ext cx="5349240" cy="1188720"/>
          </a:xfrm>
          <a:prstGeom prst="roundRect">
            <a:avLst>
              <a:gd name="adj" fmla="val 3846"/>
            </a:avLst>
          </a:prstGeom>
          <a:solidFill>
            <a:srgbClr val="FFFFFF">
              <a:alpha val="96000"/>
            </a:srgbClr>
          </a:solidFill>
          <a:ln w="13970">
            <a:solidFill>
              <a:srgbClr val="FFFFFF"/>
            </a:solidFill>
            <a:prstDash val="solid"/>
          </a:ln>
        </p:spPr>
      </p:sp>
      <p:sp>
        <p:nvSpPr>
          <p:cNvPr id="34" name="Shape 32"/>
          <p:cNvSpPr/>
          <p:nvPr/>
        </p:nvSpPr>
        <p:spPr>
          <a:xfrm>
            <a:off x="704088" y="2331720"/>
            <a:ext cx="5312664" cy="128016"/>
          </a:xfrm>
          <a:prstGeom prst="roundRect">
            <a:avLst>
              <a:gd name="adj" fmla="val 28571"/>
            </a:avLst>
          </a:prstGeom>
          <a:solidFill>
            <a:srgbClr val="FFFFFF">
              <a:alpha val="52000"/>
            </a:srgbClr>
          </a:solidFill>
          <a:ln w="12700">
            <a:solidFill>
              <a:srgbClr val="FFFFFF">
                <a:alpha val="0"/>
              </a:srgbClr>
            </a:solidFill>
            <a:prstDash val="solid"/>
          </a:ln>
        </p:spPr>
      </p:sp>
      <p:sp>
        <p:nvSpPr>
          <p:cNvPr id="35" name="Shape 33"/>
          <p:cNvSpPr/>
          <p:nvPr/>
        </p:nvSpPr>
        <p:spPr>
          <a:xfrm>
            <a:off x="685800" y="2313432"/>
            <a:ext cx="64008" cy="1188720"/>
          </a:xfrm>
          <a:prstGeom prst="rect">
            <a:avLst/>
          </a:prstGeom>
          <a:solidFill>
            <a:srgbClr val="1F84D0"/>
          </a:solidFill>
          <a:ln w="12700">
            <a:solidFill>
              <a:srgbClr val="1F84D0"/>
            </a:solidFill>
            <a:prstDash val="solid"/>
          </a:ln>
        </p:spPr>
      </p:sp>
      <p:sp>
        <p:nvSpPr>
          <p:cNvPr id="36" name="Text 34"/>
          <p:cNvSpPr/>
          <p:nvPr/>
        </p:nvSpPr>
        <p:spPr>
          <a:xfrm>
            <a:off x="868680" y="2423160"/>
            <a:ext cx="5020056" cy="969264"/>
          </a:xfrm>
          <a:prstGeom prst="rect">
            <a:avLst/>
          </a:prstGeom>
          <a:noFill/>
          <a:ln/>
        </p:spPr>
        <p:txBody>
          <a:bodyPr wrap="square" lIns="0" tIns="0" rIns="0" bIns="0" rtlCol="0" anchor="ctr"/>
          <a:lstStyle/>
          <a:p>
            <a:pPr algn="l" indent="0" marL="0">
              <a:buNone/>
            </a:pPr>
            <a:r>
              <a:rPr lang="en-US" sz="700" b="1" spc="80" kern="0" dirty="0">
                <a:solidFill>
                  <a:srgbClr val="1F84D0"/>
                </a:solidFill>
                <a:latin typeface="Noto Sans Mono" pitchFamily="34" charset="0"/>
                <a:ea typeface="Noto Sans Mono" pitchFamily="34" charset="-122"/>
                <a:cs typeface="Noto Sans Mono" pitchFamily="34" charset="-120"/>
              </a:rPr>
              <a:t>01</a:t>
            </a:r>
            <a:endParaRPr lang="en-US" sz="700" dirty="0"/>
          </a:p>
          <a:p>
            <a:pPr algn="l" indent="0" marL="0">
              <a:buNone/>
            </a:pPr>
            <a:r>
              <a:rPr lang="en-US" sz="1700" b="1" dirty="0">
                <a:solidFill>
                  <a:srgbClr val="17384D"/>
                </a:solidFill>
                <a:latin typeface="Trebuchet MS" pitchFamily="34" charset="0"/>
                <a:ea typeface="Trebuchet MS" pitchFamily="34" charset="-122"/>
                <a:cs typeface="Trebuchet MS" pitchFamily="34" charset="-120"/>
              </a:rPr>
              <a:t>Sistemas de información</a:t>
            </a:r>
            <a:endParaRPr lang="en-US" sz="700" dirty="0"/>
          </a:p>
          <a:p>
            <a:pPr algn="l" indent="0" marL="0">
              <a:buNone/>
            </a:pPr>
            <a:r>
              <a:rPr lang="en-US" sz="1000" dirty="0">
                <a:solidFill>
                  <a:srgbClr val="5B7382"/>
                </a:solidFill>
                <a:latin typeface="Noto Sans" pitchFamily="34" charset="0"/>
                <a:ea typeface="Noto Sans" pitchFamily="34" charset="-122"/>
                <a:cs typeface="Noto Sans" pitchFamily="34" charset="-120"/>
              </a:rPr>
              <a:t>Capturar, almacenar, procesar y presentar datos.</a:t>
            </a:r>
            <a:endParaRPr lang="en-US" sz="700" dirty="0"/>
          </a:p>
        </p:txBody>
      </p:sp>
      <p:sp>
        <p:nvSpPr>
          <p:cNvPr id="37" name="Shape 35"/>
          <p:cNvSpPr/>
          <p:nvPr/>
        </p:nvSpPr>
        <p:spPr>
          <a:xfrm>
            <a:off x="6144768" y="2313432"/>
            <a:ext cx="5349240" cy="1188720"/>
          </a:xfrm>
          <a:prstGeom prst="roundRect">
            <a:avLst>
              <a:gd name="adj" fmla="val 3846"/>
            </a:avLst>
          </a:prstGeom>
          <a:solidFill>
            <a:srgbClr val="FFFFFF">
              <a:alpha val="96000"/>
            </a:srgbClr>
          </a:solidFill>
          <a:ln w="13970">
            <a:solidFill>
              <a:srgbClr val="FFFFFF"/>
            </a:solidFill>
            <a:prstDash val="solid"/>
          </a:ln>
        </p:spPr>
      </p:sp>
      <p:sp>
        <p:nvSpPr>
          <p:cNvPr id="38" name="Shape 36"/>
          <p:cNvSpPr/>
          <p:nvPr/>
        </p:nvSpPr>
        <p:spPr>
          <a:xfrm>
            <a:off x="6163056" y="2331720"/>
            <a:ext cx="5312664" cy="128016"/>
          </a:xfrm>
          <a:prstGeom prst="roundRect">
            <a:avLst>
              <a:gd name="adj" fmla="val 28571"/>
            </a:avLst>
          </a:prstGeom>
          <a:solidFill>
            <a:srgbClr val="FFFFFF">
              <a:alpha val="52000"/>
            </a:srgbClr>
          </a:solidFill>
          <a:ln w="12700">
            <a:solidFill>
              <a:srgbClr val="FFFFFF">
                <a:alpha val="0"/>
              </a:srgbClr>
            </a:solidFill>
            <a:prstDash val="solid"/>
          </a:ln>
        </p:spPr>
      </p:sp>
      <p:sp>
        <p:nvSpPr>
          <p:cNvPr id="39" name="Shape 37"/>
          <p:cNvSpPr/>
          <p:nvPr/>
        </p:nvSpPr>
        <p:spPr>
          <a:xfrm>
            <a:off x="6144768" y="2313432"/>
            <a:ext cx="64008" cy="1188720"/>
          </a:xfrm>
          <a:prstGeom prst="rect">
            <a:avLst/>
          </a:prstGeom>
          <a:solidFill>
            <a:srgbClr val="1F84D0"/>
          </a:solidFill>
          <a:ln w="12700">
            <a:solidFill>
              <a:srgbClr val="1F84D0"/>
            </a:solidFill>
            <a:prstDash val="solid"/>
          </a:ln>
        </p:spPr>
      </p:sp>
      <p:sp>
        <p:nvSpPr>
          <p:cNvPr id="40" name="Text 38"/>
          <p:cNvSpPr/>
          <p:nvPr/>
        </p:nvSpPr>
        <p:spPr>
          <a:xfrm>
            <a:off x="6327648" y="2423160"/>
            <a:ext cx="5020056" cy="969264"/>
          </a:xfrm>
          <a:prstGeom prst="rect">
            <a:avLst/>
          </a:prstGeom>
          <a:noFill/>
          <a:ln/>
        </p:spPr>
        <p:txBody>
          <a:bodyPr wrap="square" lIns="0" tIns="0" rIns="0" bIns="0" rtlCol="0" anchor="ctr"/>
          <a:lstStyle/>
          <a:p>
            <a:pPr algn="l" indent="0" marL="0">
              <a:buNone/>
            </a:pPr>
            <a:r>
              <a:rPr lang="en-US" sz="700" b="1" spc="80" kern="0" dirty="0">
                <a:solidFill>
                  <a:srgbClr val="1F84D0"/>
                </a:solidFill>
                <a:latin typeface="Noto Sans Mono" pitchFamily="34" charset="0"/>
                <a:ea typeface="Noto Sans Mono" pitchFamily="34" charset="-122"/>
                <a:cs typeface="Noto Sans Mono" pitchFamily="34" charset="-120"/>
              </a:rPr>
              <a:t>02</a:t>
            </a:r>
            <a:endParaRPr lang="en-US" sz="700" dirty="0"/>
          </a:p>
          <a:p>
            <a:pPr algn="l" indent="0" marL="0">
              <a:buNone/>
            </a:pPr>
            <a:r>
              <a:rPr lang="en-US" sz="1700" b="1" dirty="0">
                <a:solidFill>
                  <a:srgbClr val="17384D"/>
                </a:solidFill>
                <a:latin typeface="Trebuchet MS" pitchFamily="34" charset="0"/>
                <a:ea typeface="Trebuchet MS" pitchFamily="34" charset="-122"/>
                <a:cs typeface="Trebuchet MS" pitchFamily="34" charset="-120"/>
              </a:rPr>
              <a:t>Gestión documental</a:t>
            </a:r>
            <a:endParaRPr lang="en-US" sz="700" dirty="0"/>
          </a:p>
          <a:p>
            <a:pPr algn="l" indent="0" marL="0">
              <a:buNone/>
            </a:pPr>
            <a:r>
              <a:rPr lang="en-US" sz="1000" dirty="0">
                <a:solidFill>
                  <a:srgbClr val="5B7382"/>
                </a:solidFill>
                <a:latin typeface="Noto Sans" pitchFamily="34" charset="0"/>
                <a:ea typeface="Noto Sans" pitchFamily="34" charset="-122"/>
                <a:cs typeface="Noto Sans" pitchFamily="34" charset="-120"/>
              </a:rPr>
              <a:t>Controlar el ciclo y recorrido de los documentos.</a:t>
            </a:r>
            <a:endParaRPr lang="en-US" sz="700" dirty="0"/>
          </a:p>
        </p:txBody>
      </p:sp>
      <p:sp>
        <p:nvSpPr>
          <p:cNvPr id="41" name="Shape 39"/>
          <p:cNvSpPr/>
          <p:nvPr/>
        </p:nvSpPr>
        <p:spPr>
          <a:xfrm>
            <a:off x="685800" y="3767328"/>
            <a:ext cx="5349240" cy="1188720"/>
          </a:xfrm>
          <a:prstGeom prst="roundRect">
            <a:avLst>
              <a:gd name="adj" fmla="val 3846"/>
            </a:avLst>
          </a:prstGeom>
          <a:solidFill>
            <a:srgbClr val="FFFFFF">
              <a:alpha val="96000"/>
            </a:srgbClr>
          </a:solidFill>
          <a:ln w="13970">
            <a:solidFill>
              <a:srgbClr val="FFFFFF"/>
            </a:solidFill>
            <a:prstDash val="solid"/>
          </a:ln>
        </p:spPr>
      </p:sp>
      <p:sp>
        <p:nvSpPr>
          <p:cNvPr id="42" name="Shape 40"/>
          <p:cNvSpPr/>
          <p:nvPr/>
        </p:nvSpPr>
        <p:spPr>
          <a:xfrm>
            <a:off x="704088" y="3785616"/>
            <a:ext cx="5312664" cy="128016"/>
          </a:xfrm>
          <a:prstGeom prst="roundRect">
            <a:avLst>
              <a:gd name="adj" fmla="val 28571"/>
            </a:avLst>
          </a:prstGeom>
          <a:solidFill>
            <a:srgbClr val="FFFFFF">
              <a:alpha val="52000"/>
            </a:srgbClr>
          </a:solidFill>
          <a:ln w="12700">
            <a:solidFill>
              <a:srgbClr val="FFFFFF">
                <a:alpha val="0"/>
              </a:srgbClr>
            </a:solidFill>
            <a:prstDash val="solid"/>
          </a:ln>
        </p:spPr>
      </p:sp>
      <p:sp>
        <p:nvSpPr>
          <p:cNvPr id="43" name="Shape 41"/>
          <p:cNvSpPr/>
          <p:nvPr/>
        </p:nvSpPr>
        <p:spPr>
          <a:xfrm>
            <a:off x="685800" y="3767328"/>
            <a:ext cx="64008" cy="1188720"/>
          </a:xfrm>
          <a:prstGeom prst="rect">
            <a:avLst/>
          </a:prstGeom>
          <a:solidFill>
            <a:srgbClr val="1F84D0"/>
          </a:solidFill>
          <a:ln w="12700">
            <a:solidFill>
              <a:srgbClr val="1F84D0"/>
            </a:solidFill>
            <a:prstDash val="solid"/>
          </a:ln>
        </p:spPr>
      </p:sp>
      <p:sp>
        <p:nvSpPr>
          <p:cNvPr id="44" name="Text 42"/>
          <p:cNvSpPr/>
          <p:nvPr/>
        </p:nvSpPr>
        <p:spPr>
          <a:xfrm>
            <a:off x="868680" y="3877056"/>
            <a:ext cx="5020056" cy="969264"/>
          </a:xfrm>
          <a:prstGeom prst="rect">
            <a:avLst/>
          </a:prstGeom>
          <a:noFill/>
          <a:ln/>
        </p:spPr>
        <p:txBody>
          <a:bodyPr wrap="square" lIns="0" tIns="0" rIns="0" bIns="0" rtlCol="0" anchor="ctr"/>
          <a:lstStyle/>
          <a:p>
            <a:pPr algn="l" indent="0" marL="0">
              <a:buNone/>
            </a:pPr>
            <a:r>
              <a:rPr lang="en-US" sz="700" b="1" spc="80" kern="0" dirty="0">
                <a:solidFill>
                  <a:srgbClr val="1F84D0"/>
                </a:solidFill>
                <a:latin typeface="Noto Sans Mono" pitchFamily="34" charset="0"/>
                <a:ea typeface="Noto Sans Mono" pitchFamily="34" charset="-122"/>
                <a:cs typeface="Noto Sans Mono" pitchFamily="34" charset="-120"/>
              </a:rPr>
              <a:t>03</a:t>
            </a:r>
            <a:endParaRPr lang="en-US" sz="700" dirty="0"/>
          </a:p>
          <a:p>
            <a:pPr algn="l" indent="0" marL="0">
              <a:buNone/>
            </a:pPr>
            <a:r>
              <a:rPr lang="en-US" sz="1700" b="1" dirty="0">
                <a:solidFill>
                  <a:srgbClr val="17384D"/>
                </a:solidFill>
                <a:latin typeface="Trebuchet MS" pitchFamily="34" charset="0"/>
                <a:ea typeface="Trebuchet MS" pitchFamily="34" charset="-122"/>
                <a:cs typeface="Trebuchet MS" pitchFamily="34" charset="-120"/>
              </a:rPr>
              <a:t>Modelo relacional</a:t>
            </a:r>
            <a:endParaRPr lang="en-US" sz="700" dirty="0"/>
          </a:p>
          <a:p>
            <a:pPr algn="l" indent="0" marL="0">
              <a:buNone/>
            </a:pPr>
            <a:r>
              <a:rPr lang="en-US" sz="1000" dirty="0">
                <a:solidFill>
                  <a:srgbClr val="5B7382"/>
                </a:solidFill>
                <a:latin typeface="Noto Sans" pitchFamily="34" charset="0"/>
                <a:ea typeface="Noto Sans" pitchFamily="34" charset="-122"/>
                <a:cs typeface="Noto Sans" pitchFamily="34" charset="-120"/>
              </a:rPr>
              <a:t>Organizar información mediante tablas relacionadas.</a:t>
            </a:r>
            <a:endParaRPr lang="en-US" sz="700" dirty="0"/>
          </a:p>
        </p:txBody>
      </p:sp>
      <p:sp>
        <p:nvSpPr>
          <p:cNvPr id="45" name="Shape 43"/>
          <p:cNvSpPr/>
          <p:nvPr/>
        </p:nvSpPr>
        <p:spPr>
          <a:xfrm>
            <a:off x="6144768" y="3767328"/>
            <a:ext cx="5349240" cy="1188720"/>
          </a:xfrm>
          <a:prstGeom prst="roundRect">
            <a:avLst>
              <a:gd name="adj" fmla="val 3846"/>
            </a:avLst>
          </a:prstGeom>
          <a:solidFill>
            <a:srgbClr val="EAF8DE">
              <a:alpha val="96000"/>
            </a:srgbClr>
          </a:solidFill>
          <a:ln w="13970">
            <a:solidFill>
              <a:srgbClr val="FFFFFF"/>
            </a:solidFill>
            <a:prstDash val="solid"/>
          </a:ln>
        </p:spPr>
      </p:sp>
      <p:sp>
        <p:nvSpPr>
          <p:cNvPr id="46" name="Shape 44"/>
          <p:cNvSpPr/>
          <p:nvPr/>
        </p:nvSpPr>
        <p:spPr>
          <a:xfrm>
            <a:off x="6163056" y="3785616"/>
            <a:ext cx="5312664" cy="128016"/>
          </a:xfrm>
          <a:prstGeom prst="roundRect">
            <a:avLst>
              <a:gd name="adj" fmla="val 28571"/>
            </a:avLst>
          </a:prstGeom>
          <a:solidFill>
            <a:srgbClr val="FFFFFF">
              <a:alpha val="52000"/>
            </a:srgbClr>
          </a:solidFill>
          <a:ln w="12700">
            <a:solidFill>
              <a:srgbClr val="FFFFFF">
                <a:alpha val="0"/>
              </a:srgbClr>
            </a:solidFill>
            <a:prstDash val="solid"/>
          </a:ln>
        </p:spPr>
      </p:sp>
      <p:sp>
        <p:nvSpPr>
          <p:cNvPr id="47" name="Shape 45"/>
          <p:cNvSpPr/>
          <p:nvPr/>
        </p:nvSpPr>
        <p:spPr>
          <a:xfrm>
            <a:off x="6144768" y="3767328"/>
            <a:ext cx="64008" cy="1188720"/>
          </a:xfrm>
          <a:prstGeom prst="rect">
            <a:avLst/>
          </a:prstGeom>
          <a:solidFill>
            <a:srgbClr val="72C81D"/>
          </a:solidFill>
          <a:ln w="12700">
            <a:solidFill>
              <a:srgbClr val="72C81D"/>
            </a:solidFill>
            <a:prstDash val="solid"/>
          </a:ln>
        </p:spPr>
      </p:sp>
      <p:sp>
        <p:nvSpPr>
          <p:cNvPr id="48" name="Text 46"/>
          <p:cNvSpPr/>
          <p:nvPr/>
        </p:nvSpPr>
        <p:spPr>
          <a:xfrm>
            <a:off x="6327648" y="3877056"/>
            <a:ext cx="5020056" cy="969264"/>
          </a:xfrm>
          <a:prstGeom prst="rect">
            <a:avLst/>
          </a:prstGeom>
          <a:noFill/>
          <a:ln/>
        </p:spPr>
        <p:txBody>
          <a:bodyPr wrap="square" lIns="0" tIns="0" rIns="0" bIns="0" rtlCol="0" anchor="ctr"/>
          <a:lstStyle/>
          <a:p>
            <a:pPr algn="l" indent="0" marL="0">
              <a:buNone/>
            </a:pPr>
            <a:r>
              <a:rPr lang="en-US" sz="700" b="1" spc="80" kern="0" dirty="0">
                <a:solidFill>
                  <a:srgbClr val="72C81D"/>
                </a:solidFill>
                <a:latin typeface="Noto Sans Mono" pitchFamily="34" charset="0"/>
                <a:ea typeface="Noto Sans Mono" pitchFamily="34" charset="-122"/>
                <a:cs typeface="Noto Sans Mono" pitchFamily="34" charset="-120"/>
              </a:rPr>
              <a:t>04</a:t>
            </a:r>
            <a:endParaRPr lang="en-US" sz="700" dirty="0"/>
          </a:p>
          <a:p>
            <a:pPr algn="l" indent="0" marL="0">
              <a:buNone/>
            </a:pPr>
            <a:r>
              <a:rPr lang="en-US" sz="1700" b="1" dirty="0">
                <a:solidFill>
                  <a:srgbClr val="17384D"/>
                </a:solidFill>
                <a:latin typeface="Trebuchet MS" pitchFamily="34" charset="0"/>
                <a:ea typeface="Trebuchet MS" pitchFamily="34" charset="-122"/>
                <a:cs typeface="Trebuchet MS" pitchFamily="34" charset="-120"/>
              </a:rPr>
              <a:t>Trazabilidad documental</a:t>
            </a:r>
            <a:endParaRPr lang="en-US" sz="700" dirty="0"/>
          </a:p>
          <a:p>
            <a:pPr algn="l" indent="0" marL="0">
              <a:buNone/>
            </a:pPr>
            <a:r>
              <a:rPr lang="en-US" sz="1000" dirty="0">
                <a:solidFill>
                  <a:srgbClr val="5B7382"/>
                </a:solidFill>
                <a:latin typeface="Noto Sans" pitchFamily="34" charset="0"/>
                <a:ea typeface="Noto Sans" pitchFamily="34" charset="-122"/>
                <a:cs typeface="Noto Sans" pitchFamily="34" charset="-120"/>
              </a:rPr>
              <a:t>Reconstruir el historial de cada expediente.</a:t>
            </a:r>
            <a:endParaRPr lang="en-US" sz="700" dirty="0"/>
          </a:p>
        </p:txBody>
      </p:sp>
      <p:sp>
        <p:nvSpPr>
          <p:cNvPr id="49" name="Text 47"/>
          <p:cNvSpPr/>
          <p:nvPr/>
        </p:nvSpPr>
        <p:spPr>
          <a:xfrm>
            <a:off x="1005840" y="5321808"/>
            <a:ext cx="10195560" cy="347472"/>
          </a:xfrm>
          <a:prstGeom prst="rect">
            <a:avLst/>
          </a:prstGeom>
          <a:noFill/>
          <a:ln/>
        </p:spPr>
        <p:txBody>
          <a:bodyPr wrap="square" lIns="0" tIns="0" rIns="0" bIns="0" rtlCol="0" anchor="ctr"/>
          <a:lstStyle/>
          <a:p>
            <a:pPr algn="ctr" indent="0" marL="0">
              <a:buNone/>
            </a:pPr>
            <a:r>
              <a:rPr lang="en-US" sz="1100" b="1" dirty="0">
                <a:solidFill>
                  <a:srgbClr val="194C6C"/>
                </a:solidFill>
                <a:latin typeface="Noto Sans Mono" pitchFamily="34" charset="0"/>
                <a:ea typeface="Noto Sans Mono" pitchFamily="34" charset="-122"/>
                <a:cs typeface="Noto Sans Mono" pitchFamily="34" charset="-120"/>
              </a:rPr>
              <a:t>DATOS  →  ORGANIZACIÓN  →  HISTORIAL  →  INFORMACIÓN ÚTIL</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76B5E3"/>
        </a:solidFill>
      </p:bgPr>
    </p:bg>
    <p:spTree>
      <p:nvGrpSpPr>
        <p:cNvPr id="1" name=""/>
        <p:cNvGrpSpPr/>
        <p:nvPr/>
      </p:nvGrpSpPr>
      <p:grpSpPr>
        <a:xfrm>
          <a:off x="0" y="0"/>
          <a:ext cx="0" cy="0"/>
          <a:chOff x="0" y="0"/>
          <a:chExt cx="0" cy="0"/>
        </a:xfrm>
      </p:grpSpPr>
      <p:sp>
        <p:nvSpPr>
          <p:cNvPr id="2" name="Shape 0"/>
          <p:cNvSpPr/>
          <p:nvPr/>
        </p:nvSpPr>
        <p:spPr>
          <a:xfrm>
            <a:off x="-1005840" y="-1280160"/>
            <a:ext cx="6583680" cy="4754880"/>
          </a:xfrm>
          <a:prstGeom prst="ellipse">
            <a:avLst/>
          </a:prstGeom>
          <a:solidFill>
            <a:srgbClr val="DFF6FF">
              <a:alpha val="82000"/>
            </a:srgbClr>
          </a:solidFill>
          <a:ln w="12700">
            <a:solidFill>
              <a:srgbClr val="DFF6FF">
                <a:alpha val="0"/>
              </a:srgbClr>
            </a:solidFill>
            <a:prstDash val="solid"/>
          </a:ln>
        </p:spPr>
      </p:sp>
      <p:sp>
        <p:nvSpPr>
          <p:cNvPr id="3" name="Shape 1"/>
          <p:cNvSpPr/>
          <p:nvPr/>
        </p:nvSpPr>
        <p:spPr>
          <a:xfrm>
            <a:off x="7955280" y="4023360"/>
            <a:ext cx="5303520" cy="3657600"/>
          </a:xfrm>
          <a:prstGeom prst="ellipse">
            <a:avLst/>
          </a:prstGeom>
          <a:solidFill>
            <a:srgbClr val="B8E2F8">
              <a:alpha val="78000"/>
            </a:srgbClr>
          </a:solidFill>
          <a:ln w="12700">
            <a:solidFill>
              <a:srgbClr val="B8E2F8">
                <a:alpha val="0"/>
              </a:srgbClr>
            </a:solidFill>
            <a:prstDash val="solid"/>
          </a:ln>
        </p:spPr>
      </p:sp>
      <p:sp>
        <p:nvSpPr>
          <p:cNvPr id="4" name="Shape 2"/>
          <p:cNvSpPr/>
          <p:nvPr/>
        </p:nvSpPr>
        <p:spPr>
          <a:xfrm>
            <a:off x="256032" y="237744"/>
            <a:ext cx="11676888" cy="6382512"/>
          </a:xfrm>
          <a:prstGeom prst="roundRect">
            <a:avLst>
              <a:gd name="adj" fmla="val 1146"/>
            </a:avLst>
          </a:prstGeom>
          <a:solidFill>
            <a:srgbClr val="EDF9FF">
              <a:alpha val="96000"/>
            </a:srgbClr>
          </a:solidFill>
          <a:ln w="17780">
            <a:solidFill>
              <a:srgbClr val="FFFFFF"/>
            </a:solidFill>
            <a:prstDash val="solid"/>
          </a:ln>
        </p:spPr>
      </p:sp>
      <p:sp>
        <p:nvSpPr>
          <p:cNvPr id="5" name="Shape 3"/>
          <p:cNvSpPr/>
          <p:nvPr/>
        </p:nvSpPr>
        <p:spPr>
          <a:xfrm>
            <a:off x="384048" y="356616"/>
            <a:ext cx="11411712" cy="530352"/>
          </a:xfrm>
          <a:prstGeom prst="roundRect">
            <a:avLst>
              <a:gd name="adj" fmla="val 10345"/>
            </a:avLst>
          </a:prstGeom>
          <a:solidFill>
            <a:srgbClr val="1F84D0"/>
          </a:solidFill>
          <a:ln w="11430">
            <a:solidFill>
              <a:srgbClr val="146EA9"/>
            </a:solidFill>
            <a:prstDash val="solid"/>
          </a:ln>
        </p:spPr>
      </p:sp>
      <p:sp>
        <p:nvSpPr>
          <p:cNvPr id="6" name="Shape 4"/>
          <p:cNvSpPr/>
          <p:nvPr/>
        </p:nvSpPr>
        <p:spPr>
          <a:xfrm>
            <a:off x="484632" y="411480"/>
            <a:ext cx="11201400" cy="118872"/>
          </a:xfrm>
          <a:prstGeom prst="roundRect">
            <a:avLst>
              <a:gd name="adj" fmla="val 30769"/>
            </a:avLst>
          </a:prstGeom>
          <a:solidFill>
            <a:srgbClr val="FFFFFF">
              <a:alpha val="38000"/>
            </a:srgbClr>
          </a:solidFill>
          <a:ln w="12700">
            <a:solidFill>
              <a:srgbClr val="FFFFFF">
                <a:alpha val="0"/>
              </a:srgbClr>
            </a:solidFill>
            <a:prstDash val="solid"/>
          </a:ln>
        </p:spPr>
      </p:sp>
      <p:sp>
        <p:nvSpPr>
          <p:cNvPr id="7" name="Shape 5"/>
          <p:cNvSpPr/>
          <p:nvPr/>
        </p:nvSpPr>
        <p:spPr>
          <a:xfrm>
            <a:off x="557784" y="466344"/>
            <a:ext cx="256032" cy="256032"/>
          </a:xfrm>
          <a:prstGeom prst="ellipse">
            <a:avLst/>
          </a:prstGeom>
          <a:solidFill>
            <a:srgbClr val="42ABF5"/>
          </a:solidFill>
          <a:ln w="8890">
            <a:solidFill>
              <a:srgbClr val="FFFFFF"/>
            </a:solidFill>
            <a:prstDash val="solid"/>
          </a:ln>
        </p:spPr>
      </p:sp>
      <p:sp>
        <p:nvSpPr>
          <p:cNvPr id="8" name="Shape 6"/>
          <p:cNvSpPr/>
          <p:nvPr/>
        </p:nvSpPr>
        <p:spPr>
          <a:xfrm>
            <a:off x="905256" y="475488"/>
            <a:ext cx="228600" cy="237744"/>
          </a:xfrm>
          <a:prstGeom prst="roundRect">
            <a:avLst>
              <a:gd name="adj" fmla="val 12000"/>
            </a:avLst>
          </a:prstGeom>
          <a:solidFill>
            <a:srgbClr val="FFFFFF">
              <a:alpha val="27000"/>
            </a:srgbClr>
          </a:solidFill>
          <a:ln w="7620">
            <a:solidFill>
              <a:srgbClr val="FFFFFF">
                <a:alpha val="65000"/>
              </a:srgbClr>
            </a:solidFill>
            <a:prstDash val="solid"/>
          </a:ln>
        </p:spPr>
      </p:sp>
      <p:sp>
        <p:nvSpPr>
          <p:cNvPr id="9" name="Text 7"/>
          <p:cNvSpPr/>
          <p:nvPr/>
        </p:nvSpPr>
        <p:spPr>
          <a:xfrm>
            <a:off x="905256" y="457200"/>
            <a:ext cx="228600" cy="210312"/>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a:t>
            </a:r>
            <a:endParaRPr lang="en-US" sz="1200" dirty="0"/>
          </a:p>
        </p:txBody>
      </p:sp>
      <p:sp>
        <p:nvSpPr>
          <p:cNvPr id="10" name="Shape 8"/>
          <p:cNvSpPr/>
          <p:nvPr/>
        </p:nvSpPr>
        <p:spPr>
          <a:xfrm>
            <a:off x="1197864" y="475488"/>
            <a:ext cx="228600" cy="237744"/>
          </a:xfrm>
          <a:prstGeom prst="roundRect">
            <a:avLst>
              <a:gd name="adj" fmla="val 12000"/>
            </a:avLst>
          </a:prstGeom>
          <a:solidFill>
            <a:srgbClr val="FFFFFF">
              <a:alpha val="27000"/>
            </a:srgbClr>
          </a:solidFill>
          <a:ln w="7620">
            <a:solidFill>
              <a:srgbClr val="FFFFFF">
                <a:alpha val="65000"/>
              </a:srgbClr>
            </a:solidFill>
            <a:prstDash val="solid"/>
          </a:ln>
        </p:spPr>
      </p:sp>
      <p:sp>
        <p:nvSpPr>
          <p:cNvPr id="11" name="Text 9"/>
          <p:cNvSpPr/>
          <p:nvPr/>
        </p:nvSpPr>
        <p:spPr>
          <a:xfrm>
            <a:off x="1197864" y="457200"/>
            <a:ext cx="228600" cy="210312"/>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a:t>
            </a:r>
            <a:endParaRPr lang="en-US" sz="1200" dirty="0"/>
          </a:p>
        </p:txBody>
      </p:sp>
      <p:sp>
        <p:nvSpPr>
          <p:cNvPr id="12" name="Shape 10"/>
          <p:cNvSpPr/>
          <p:nvPr/>
        </p:nvSpPr>
        <p:spPr>
          <a:xfrm>
            <a:off x="1572768" y="475488"/>
            <a:ext cx="7818120" cy="246888"/>
          </a:xfrm>
          <a:prstGeom prst="roundRect">
            <a:avLst>
              <a:gd name="adj" fmla="val 14815"/>
            </a:avLst>
          </a:prstGeom>
          <a:solidFill>
            <a:srgbClr val="FFFFFF">
              <a:alpha val="93000"/>
            </a:srgbClr>
          </a:solidFill>
          <a:ln w="7620">
            <a:solidFill>
              <a:srgbClr val="9ED0EC"/>
            </a:solidFill>
            <a:prstDash val="solid"/>
          </a:ln>
        </p:spPr>
      </p:sp>
      <p:sp>
        <p:nvSpPr>
          <p:cNvPr id="13" name="Text 11"/>
          <p:cNvSpPr/>
          <p:nvPr/>
        </p:nvSpPr>
        <p:spPr>
          <a:xfrm>
            <a:off x="1755648" y="507492"/>
            <a:ext cx="7452360" cy="128016"/>
          </a:xfrm>
          <a:prstGeom prst="rect">
            <a:avLst/>
          </a:prstGeom>
          <a:noFill/>
          <a:ln/>
        </p:spPr>
        <p:txBody>
          <a:bodyPr wrap="square" lIns="0" tIns="0" rIns="0" bIns="0" rtlCol="0" anchor="ctr"/>
          <a:lstStyle/>
          <a:p>
            <a:pPr indent="0" marL="0">
              <a:buNone/>
            </a:pPr>
            <a:r>
              <a:rPr lang="en-US" sz="730" spc="80" kern="0" dirty="0">
                <a:solidFill>
                  <a:srgbClr val="194C6C"/>
                </a:solidFill>
                <a:latin typeface="Noto Sans Mono" pitchFamily="34" charset="0"/>
                <a:ea typeface="Noto Sans Mono" pitchFamily="34" charset="-122"/>
                <a:cs typeface="Noto Sans Mono" pitchFamily="34" charset="-120"/>
              </a:rPr>
              <a:t>baseaccess://capitulo-4/desarrollo</a:t>
            </a:r>
            <a:endParaRPr lang="en-US" sz="730" dirty="0"/>
          </a:p>
        </p:txBody>
      </p:sp>
      <p:sp>
        <p:nvSpPr>
          <p:cNvPr id="14" name="Shape 12"/>
          <p:cNvSpPr/>
          <p:nvPr/>
        </p:nvSpPr>
        <p:spPr>
          <a:xfrm>
            <a:off x="10771632" y="502920"/>
            <a:ext cx="164592" cy="164592"/>
          </a:xfrm>
          <a:prstGeom prst="ellipse">
            <a:avLst/>
          </a:prstGeom>
          <a:solidFill>
            <a:srgbClr val="F6CA45"/>
          </a:solidFill>
          <a:ln w="6350">
            <a:solidFill>
              <a:srgbClr val="FFFFFF"/>
            </a:solidFill>
            <a:prstDash val="solid"/>
          </a:ln>
        </p:spPr>
      </p:sp>
      <p:sp>
        <p:nvSpPr>
          <p:cNvPr id="15" name="Shape 13"/>
          <p:cNvSpPr/>
          <p:nvPr/>
        </p:nvSpPr>
        <p:spPr>
          <a:xfrm>
            <a:off x="11055096" y="502920"/>
            <a:ext cx="164592" cy="164592"/>
          </a:xfrm>
          <a:prstGeom prst="ellipse">
            <a:avLst/>
          </a:prstGeom>
          <a:solidFill>
            <a:srgbClr val="72C81D"/>
          </a:solidFill>
          <a:ln w="6350">
            <a:solidFill>
              <a:srgbClr val="FFFFFF"/>
            </a:solidFill>
            <a:prstDash val="solid"/>
          </a:ln>
        </p:spPr>
      </p:sp>
      <p:sp>
        <p:nvSpPr>
          <p:cNvPr id="16" name="Shape 14"/>
          <p:cNvSpPr/>
          <p:nvPr/>
        </p:nvSpPr>
        <p:spPr>
          <a:xfrm>
            <a:off x="11338560" y="502920"/>
            <a:ext cx="164592" cy="164592"/>
          </a:xfrm>
          <a:prstGeom prst="ellipse">
            <a:avLst/>
          </a:prstGeom>
          <a:solidFill>
            <a:srgbClr val="F06A78"/>
          </a:solidFill>
          <a:ln w="6350">
            <a:solidFill>
              <a:srgbClr val="FFFFFF"/>
            </a:solidFill>
            <a:prstDash val="solid"/>
          </a:ln>
        </p:spPr>
      </p:sp>
      <p:sp>
        <p:nvSpPr>
          <p:cNvPr id="17" name="Shape 15"/>
          <p:cNvSpPr/>
          <p:nvPr/>
        </p:nvSpPr>
        <p:spPr>
          <a:xfrm>
            <a:off x="585216" y="932688"/>
            <a:ext cx="2011680" cy="347472"/>
          </a:xfrm>
          <a:prstGeom prst="roundRect">
            <a:avLst>
              <a:gd name="adj" fmla="val 10526"/>
            </a:avLst>
          </a:prstGeom>
          <a:solidFill>
            <a:srgbClr val="D7EEFA">
              <a:alpha val="85000"/>
            </a:srgbClr>
          </a:solidFill>
          <a:ln w="8890">
            <a:solidFill>
              <a:srgbClr val="9ED0EC"/>
            </a:solidFill>
            <a:prstDash val="solid"/>
          </a:ln>
        </p:spPr>
      </p:sp>
      <p:sp>
        <p:nvSpPr>
          <p:cNvPr id="18" name="Text 16"/>
          <p:cNvSpPr/>
          <p:nvPr/>
        </p:nvSpPr>
        <p:spPr>
          <a:xfrm>
            <a:off x="658368" y="1019556"/>
            <a:ext cx="1865376" cy="137160"/>
          </a:xfrm>
          <a:prstGeom prst="rect">
            <a:avLst/>
          </a:prstGeom>
          <a:noFill/>
          <a:ln/>
        </p:spPr>
        <p:txBody>
          <a:bodyPr wrap="square" lIns="0" tIns="0" rIns="0" bIns="0" rtlCol="0" anchor="ctr"/>
          <a:lstStyle/>
          <a:p>
            <a:pPr algn="ctr" indent="0" marL="0">
              <a:buNone/>
            </a:pPr>
            <a:r>
              <a:rPr lang="en-US" sz="720" dirty="0">
                <a:solidFill>
                  <a:srgbClr val="5B7382"/>
                </a:solidFill>
                <a:latin typeface="Noto Sans Mono" pitchFamily="34" charset="0"/>
                <a:ea typeface="Noto Sans Mono" pitchFamily="34" charset="-122"/>
                <a:cs typeface="Noto Sans Mono" pitchFamily="34" charset="-120"/>
              </a:rPr>
              <a:t>I  Empresa</a:t>
            </a:r>
            <a:endParaRPr lang="en-US" sz="720" dirty="0"/>
          </a:p>
        </p:txBody>
      </p:sp>
      <p:sp>
        <p:nvSpPr>
          <p:cNvPr id="19" name="Shape 17"/>
          <p:cNvSpPr/>
          <p:nvPr/>
        </p:nvSpPr>
        <p:spPr>
          <a:xfrm>
            <a:off x="2798064" y="932688"/>
            <a:ext cx="2011680" cy="347472"/>
          </a:xfrm>
          <a:prstGeom prst="roundRect">
            <a:avLst>
              <a:gd name="adj" fmla="val 10526"/>
            </a:avLst>
          </a:prstGeom>
          <a:solidFill>
            <a:srgbClr val="D7EEFA">
              <a:alpha val="85000"/>
            </a:srgbClr>
          </a:solidFill>
          <a:ln w="8890">
            <a:solidFill>
              <a:srgbClr val="9ED0EC"/>
            </a:solidFill>
            <a:prstDash val="solid"/>
          </a:ln>
        </p:spPr>
      </p:sp>
      <p:sp>
        <p:nvSpPr>
          <p:cNvPr id="20" name="Text 18"/>
          <p:cNvSpPr/>
          <p:nvPr/>
        </p:nvSpPr>
        <p:spPr>
          <a:xfrm>
            <a:off x="2871216" y="1019556"/>
            <a:ext cx="1865376" cy="137160"/>
          </a:xfrm>
          <a:prstGeom prst="rect">
            <a:avLst/>
          </a:prstGeom>
          <a:noFill/>
          <a:ln/>
        </p:spPr>
        <p:txBody>
          <a:bodyPr wrap="square" lIns="0" tIns="0" rIns="0" bIns="0" rtlCol="0" anchor="ctr"/>
          <a:lstStyle/>
          <a:p>
            <a:pPr algn="ctr" indent="0" marL="0">
              <a:buNone/>
            </a:pPr>
            <a:r>
              <a:rPr lang="en-US" sz="720" dirty="0">
                <a:solidFill>
                  <a:srgbClr val="5B7382"/>
                </a:solidFill>
                <a:latin typeface="Noto Sans Mono" pitchFamily="34" charset="0"/>
                <a:ea typeface="Noto Sans Mono" pitchFamily="34" charset="-122"/>
                <a:cs typeface="Noto Sans Mono" pitchFamily="34" charset="-120"/>
              </a:rPr>
              <a:t>II  Diagnóstico</a:t>
            </a:r>
            <a:endParaRPr lang="en-US" sz="720" dirty="0"/>
          </a:p>
        </p:txBody>
      </p:sp>
      <p:sp>
        <p:nvSpPr>
          <p:cNvPr id="21" name="Shape 19"/>
          <p:cNvSpPr/>
          <p:nvPr/>
        </p:nvSpPr>
        <p:spPr>
          <a:xfrm>
            <a:off x="5010912" y="932688"/>
            <a:ext cx="2011680" cy="347472"/>
          </a:xfrm>
          <a:prstGeom prst="roundRect">
            <a:avLst>
              <a:gd name="adj" fmla="val 10526"/>
            </a:avLst>
          </a:prstGeom>
          <a:solidFill>
            <a:srgbClr val="D7EEFA">
              <a:alpha val="85000"/>
            </a:srgbClr>
          </a:solidFill>
          <a:ln w="8890">
            <a:solidFill>
              <a:srgbClr val="9ED0EC"/>
            </a:solidFill>
            <a:prstDash val="solid"/>
          </a:ln>
        </p:spPr>
      </p:sp>
      <p:sp>
        <p:nvSpPr>
          <p:cNvPr id="22" name="Text 20"/>
          <p:cNvSpPr/>
          <p:nvPr/>
        </p:nvSpPr>
        <p:spPr>
          <a:xfrm>
            <a:off x="5084064" y="1019556"/>
            <a:ext cx="1865376" cy="137160"/>
          </a:xfrm>
          <a:prstGeom prst="rect">
            <a:avLst/>
          </a:prstGeom>
          <a:noFill/>
          <a:ln/>
        </p:spPr>
        <p:txBody>
          <a:bodyPr wrap="square" lIns="0" tIns="0" rIns="0" bIns="0" rtlCol="0" anchor="ctr"/>
          <a:lstStyle/>
          <a:p>
            <a:pPr algn="ctr" indent="0" marL="0">
              <a:buNone/>
            </a:pPr>
            <a:r>
              <a:rPr lang="en-US" sz="720" dirty="0">
                <a:solidFill>
                  <a:srgbClr val="5B7382"/>
                </a:solidFill>
                <a:latin typeface="Noto Sans Mono" pitchFamily="34" charset="0"/>
                <a:ea typeface="Noto Sans Mono" pitchFamily="34" charset="-122"/>
                <a:cs typeface="Noto Sans Mono" pitchFamily="34" charset="-120"/>
              </a:rPr>
              <a:t>III  Fundamentos</a:t>
            </a:r>
            <a:endParaRPr lang="en-US" sz="720" dirty="0"/>
          </a:p>
        </p:txBody>
      </p:sp>
      <p:sp>
        <p:nvSpPr>
          <p:cNvPr id="23" name="Shape 21"/>
          <p:cNvSpPr/>
          <p:nvPr/>
        </p:nvSpPr>
        <p:spPr>
          <a:xfrm>
            <a:off x="7223760" y="932688"/>
            <a:ext cx="2011680" cy="347472"/>
          </a:xfrm>
          <a:prstGeom prst="roundRect">
            <a:avLst>
              <a:gd name="adj" fmla="val 10526"/>
            </a:avLst>
          </a:prstGeom>
          <a:solidFill>
            <a:srgbClr val="FFFFFF">
              <a:alpha val="98000"/>
            </a:srgbClr>
          </a:solidFill>
          <a:ln w="8890">
            <a:solidFill>
              <a:srgbClr val="FFFFFF"/>
            </a:solidFill>
            <a:prstDash val="solid"/>
          </a:ln>
        </p:spPr>
      </p:sp>
      <p:sp>
        <p:nvSpPr>
          <p:cNvPr id="24" name="Text 22"/>
          <p:cNvSpPr/>
          <p:nvPr/>
        </p:nvSpPr>
        <p:spPr>
          <a:xfrm>
            <a:off x="7296912" y="1019556"/>
            <a:ext cx="1865376" cy="137160"/>
          </a:xfrm>
          <a:prstGeom prst="rect">
            <a:avLst/>
          </a:prstGeom>
          <a:noFill/>
          <a:ln/>
        </p:spPr>
        <p:txBody>
          <a:bodyPr wrap="square" lIns="0" tIns="0" rIns="0" bIns="0" rtlCol="0" anchor="ctr"/>
          <a:lstStyle/>
          <a:p>
            <a:pPr algn="ctr" indent="0" marL="0">
              <a:buNone/>
            </a:pPr>
            <a:r>
              <a:rPr lang="en-US" sz="720" b="1" dirty="0">
                <a:solidFill>
                  <a:srgbClr val="194C6C"/>
                </a:solidFill>
                <a:latin typeface="Noto Sans Mono" pitchFamily="34" charset="0"/>
                <a:ea typeface="Noto Sans Mono" pitchFamily="34" charset="-122"/>
                <a:cs typeface="Noto Sans Mono" pitchFamily="34" charset="-120"/>
              </a:rPr>
              <a:t>IV  Desarrollo</a:t>
            </a:r>
            <a:endParaRPr lang="en-US" sz="720" dirty="0"/>
          </a:p>
        </p:txBody>
      </p:sp>
      <p:sp>
        <p:nvSpPr>
          <p:cNvPr id="25" name="Shape 23"/>
          <p:cNvSpPr/>
          <p:nvPr/>
        </p:nvSpPr>
        <p:spPr>
          <a:xfrm>
            <a:off x="9436608" y="932688"/>
            <a:ext cx="2011680" cy="347472"/>
          </a:xfrm>
          <a:prstGeom prst="roundRect">
            <a:avLst>
              <a:gd name="adj" fmla="val 10526"/>
            </a:avLst>
          </a:prstGeom>
          <a:solidFill>
            <a:srgbClr val="D7EEFA">
              <a:alpha val="85000"/>
            </a:srgbClr>
          </a:solidFill>
          <a:ln w="8890">
            <a:solidFill>
              <a:srgbClr val="9ED0EC"/>
            </a:solidFill>
            <a:prstDash val="solid"/>
          </a:ln>
        </p:spPr>
      </p:sp>
      <p:sp>
        <p:nvSpPr>
          <p:cNvPr id="26" name="Text 24"/>
          <p:cNvSpPr/>
          <p:nvPr/>
        </p:nvSpPr>
        <p:spPr>
          <a:xfrm>
            <a:off x="9509760" y="1019556"/>
            <a:ext cx="1865376" cy="137160"/>
          </a:xfrm>
          <a:prstGeom prst="rect">
            <a:avLst/>
          </a:prstGeom>
          <a:noFill/>
          <a:ln/>
        </p:spPr>
        <p:txBody>
          <a:bodyPr wrap="square" lIns="0" tIns="0" rIns="0" bIns="0" rtlCol="0" anchor="ctr"/>
          <a:lstStyle/>
          <a:p>
            <a:pPr algn="ctr" indent="0" marL="0">
              <a:buNone/>
            </a:pPr>
            <a:r>
              <a:rPr lang="en-US" sz="720" dirty="0">
                <a:solidFill>
                  <a:srgbClr val="5B7382"/>
                </a:solidFill>
                <a:latin typeface="Noto Sans Mono" pitchFamily="34" charset="0"/>
                <a:ea typeface="Noto Sans Mono" pitchFamily="34" charset="-122"/>
                <a:cs typeface="Noto Sans Mono" pitchFamily="34" charset="-120"/>
              </a:rPr>
              <a:t>V  Resultados</a:t>
            </a:r>
            <a:endParaRPr lang="en-US" sz="720" dirty="0"/>
          </a:p>
        </p:txBody>
      </p:sp>
      <p:sp>
        <p:nvSpPr>
          <p:cNvPr id="27" name="Shape 25"/>
          <p:cNvSpPr/>
          <p:nvPr/>
        </p:nvSpPr>
        <p:spPr>
          <a:xfrm>
            <a:off x="402336" y="6236208"/>
            <a:ext cx="11384280" cy="246888"/>
          </a:xfrm>
          <a:prstGeom prst="roundRect">
            <a:avLst>
              <a:gd name="adj" fmla="val 12963"/>
            </a:avLst>
          </a:prstGeom>
          <a:solidFill>
            <a:srgbClr val="D7EEFA">
              <a:alpha val="88000"/>
            </a:srgbClr>
          </a:solidFill>
          <a:ln w="7620">
            <a:solidFill>
              <a:srgbClr val="9ED0EC"/>
            </a:solidFill>
            <a:prstDash val="solid"/>
          </a:ln>
        </p:spPr>
      </p:sp>
      <p:sp>
        <p:nvSpPr>
          <p:cNvPr id="28" name="Shape 26"/>
          <p:cNvSpPr/>
          <p:nvPr/>
        </p:nvSpPr>
        <p:spPr>
          <a:xfrm>
            <a:off x="576072" y="6304788"/>
            <a:ext cx="109728" cy="109728"/>
          </a:xfrm>
          <a:prstGeom prst="ellipse">
            <a:avLst/>
          </a:prstGeom>
          <a:solidFill>
            <a:srgbClr val="72C81D"/>
          </a:solidFill>
          <a:ln w="6350">
            <a:solidFill>
              <a:srgbClr val="438C0D"/>
            </a:solidFill>
            <a:prstDash val="solid"/>
          </a:ln>
        </p:spPr>
      </p:sp>
      <p:sp>
        <p:nvSpPr>
          <p:cNvPr id="29" name="Text 27"/>
          <p:cNvSpPr/>
          <p:nvPr/>
        </p:nvSpPr>
        <p:spPr>
          <a:xfrm>
            <a:off x="768096" y="6286500"/>
            <a:ext cx="8961120" cy="118872"/>
          </a:xfrm>
          <a:prstGeom prst="rect">
            <a:avLst/>
          </a:prstGeom>
          <a:noFill/>
          <a:ln/>
        </p:spPr>
        <p:txBody>
          <a:bodyPr wrap="square" lIns="0" tIns="0" rIns="0" bIns="0" rtlCol="0" anchor="ctr"/>
          <a:lstStyle/>
          <a:p>
            <a:pPr indent="0" marL="0">
              <a:buNone/>
            </a:pPr>
            <a:r>
              <a:rPr lang="en-US" sz="680" dirty="0">
                <a:solidFill>
                  <a:srgbClr val="194C6C"/>
                </a:solidFill>
                <a:latin typeface="Noto Sans Mono" pitchFamily="34" charset="0"/>
                <a:ea typeface="Noto Sans Mono" pitchFamily="34" charset="-122"/>
                <a:cs typeface="Noto Sans Mono" pitchFamily="34" charset="-120"/>
              </a:rPr>
              <a:t>Nueve semanas resumidas en cuatro etapas</a:t>
            </a:r>
            <a:endParaRPr lang="en-US" sz="680" dirty="0"/>
          </a:p>
        </p:txBody>
      </p:sp>
      <p:sp>
        <p:nvSpPr>
          <p:cNvPr id="30" name="Text 28"/>
          <p:cNvSpPr/>
          <p:nvPr/>
        </p:nvSpPr>
        <p:spPr>
          <a:xfrm>
            <a:off x="10652760" y="6281928"/>
            <a:ext cx="822960" cy="128016"/>
          </a:xfrm>
          <a:prstGeom prst="rect">
            <a:avLst/>
          </a:prstGeom>
          <a:noFill/>
          <a:ln/>
        </p:spPr>
        <p:txBody>
          <a:bodyPr wrap="square" lIns="0" tIns="0" rIns="0" bIns="0" rtlCol="0" anchor="ctr"/>
          <a:lstStyle/>
          <a:p>
            <a:pPr algn="r" indent="0" marL="0">
              <a:buNone/>
            </a:pPr>
            <a:r>
              <a:rPr lang="en-US" sz="680" b="1" dirty="0">
                <a:solidFill>
                  <a:srgbClr val="194C6C"/>
                </a:solidFill>
                <a:latin typeface="Noto Sans Mono" pitchFamily="34" charset="0"/>
                <a:ea typeface="Noto Sans Mono" pitchFamily="34" charset="-122"/>
                <a:cs typeface="Noto Sans Mono" pitchFamily="34" charset="-120"/>
              </a:rPr>
              <a:t>07 / 10</a:t>
            </a:r>
            <a:endParaRPr lang="en-US" sz="680" dirty="0"/>
          </a:p>
        </p:txBody>
      </p:sp>
      <p:sp>
        <p:nvSpPr>
          <p:cNvPr id="31" name="Text 29"/>
          <p:cNvSpPr/>
          <p:nvPr/>
        </p:nvSpPr>
        <p:spPr>
          <a:xfrm>
            <a:off x="658368" y="1417320"/>
            <a:ext cx="7132320" cy="182880"/>
          </a:xfrm>
          <a:prstGeom prst="rect">
            <a:avLst/>
          </a:prstGeom>
          <a:noFill/>
          <a:ln/>
        </p:spPr>
        <p:txBody>
          <a:bodyPr wrap="square" lIns="0" tIns="0" rIns="0" bIns="0" rtlCol="0" anchor="ctr"/>
          <a:lstStyle/>
          <a:p>
            <a:pPr indent="0" marL="0">
              <a:buNone/>
            </a:pPr>
            <a:r>
              <a:rPr lang="en-US" sz="800" b="1" spc="90" kern="0" dirty="0">
                <a:solidFill>
                  <a:srgbClr val="1F84D0"/>
                </a:solidFill>
                <a:latin typeface="Noto Sans Mono" pitchFamily="34" charset="0"/>
                <a:ea typeface="Noto Sans Mono" pitchFamily="34" charset="-122"/>
                <a:cs typeface="Noto Sans Mono" pitchFamily="34" charset="-120"/>
              </a:rPr>
              <a:t>CAPÍTULO IV · ACTIVIDADES REALIZADAS</a:t>
            </a:r>
            <a:endParaRPr lang="en-US" sz="800" dirty="0"/>
          </a:p>
        </p:txBody>
      </p:sp>
      <p:sp>
        <p:nvSpPr>
          <p:cNvPr id="32" name="Text 30"/>
          <p:cNvSpPr/>
          <p:nvPr/>
        </p:nvSpPr>
        <p:spPr>
          <a:xfrm>
            <a:off x="658368" y="1627632"/>
            <a:ext cx="10835640" cy="585216"/>
          </a:xfrm>
          <a:prstGeom prst="rect">
            <a:avLst/>
          </a:prstGeom>
          <a:noFill/>
          <a:ln/>
        </p:spPr>
        <p:txBody>
          <a:bodyPr wrap="square" lIns="0" tIns="0" rIns="0" bIns="0" rtlCol="0" anchor="ctr"/>
          <a:lstStyle/>
          <a:p>
            <a:pPr indent="0" marL="0">
              <a:buNone/>
            </a:pPr>
            <a:r>
              <a:rPr lang="en-US" sz="2900" b="1" dirty="0">
                <a:solidFill>
                  <a:srgbClr val="17384D"/>
                </a:solidFill>
                <a:latin typeface="Trebuchet MS" pitchFamily="34" charset="0"/>
                <a:ea typeface="Trebuchet MS" pitchFamily="34" charset="-122"/>
                <a:cs typeface="Trebuchet MS" pitchFamily="34" charset="-120"/>
              </a:rPr>
              <a:t>Cuatro etapas de desarrollo</a:t>
            </a:r>
            <a:endParaRPr lang="en-US" sz="2900" dirty="0"/>
          </a:p>
        </p:txBody>
      </p:sp>
      <p:sp>
        <p:nvSpPr>
          <p:cNvPr id="33" name="Text 31"/>
          <p:cNvSpPr/>
          <p:nvPr/>
        </p:nvSpPr>
        <p:spPr>
          <a:xfrm>
            <a:off x="676656" y="2212848"/>
            <a:ext cx="10515600" cy="256032"/>
          </a:xfrm>
          <a:prstGeom prst="rect">
            <a:avLst/>
          </a:prstGeom>
          <a:noFill/>
          <a:ln/>
        </p:spPr>
        <p:txBody>
          <a:bodyPr wrap="square" lIns="0" tIns="0" rIns="0" bIns="0" rtlCol="0" anchor="ctr"/>
          <a:lstStyle/>
          <a:p>
            <a:pPr indent="0" marL="0">
              <a:buNone/>
            </a:pPr>
            <a:r>
              <a:rPr lang="en-US" sz="1050" dirty="0">
                <a:solidFill>
                  <a:srgbClr val="5B7382"/>
                </a:solidFill>
                <a:latin typeface="Noto Sans" pitchFamily="34" charset="0"/>
                <a:ea typeface="Noto Sans" pitchFamily="34" charset="-122"/>
                <a:cs typeface="Noto Sans" pitchFamily="34" charset="-120"/>
              </a:rPr>
              <a:t>Diagnóstico → diseño → implementación → validación</a:t>
            </a:r>
            <a:endParaRPr lang="en-US" sz="1050" dirty="0"/>
          </a:p>
        </p:txBody>
      </p:sp>
      <p:sp>
        <p:nvSpPr>
          <p:cNvPr id="34" name="Shape 32"/>
          <p:cNvSpPr/>
          <p:nvPr/>
        </p:nvSpPr>
        <p:spPr>
          <a:xfrm>
            <a:off x="649224" y="2578608"/>
            <a:ext cx="2560320" cy="2212848"/>
          </a:xfrm>
          <a:prstGeom prst="roundRect">
            <a:avLst>
              <a:gd name="adj" fmla="val 2066"/>
            </a:avLst>
          </a:prstGeom>
          <a:solidFill>
            <a:srgbClr val="FFFFFF">
              <a:alpha val="96000"/>
            </a:srgbClr>
          </a:solidFill>
          <a:ln w="13970">
            <a:solidFill>
              <a:srgbClr val="FFFFFF"/>
            </a:solidFill>
            <a:prstDash val="solid"/>
          </a:ln>
        </p:spPr>
      </p:sp>
      <p:sp>
        <p:nvSpPr>
          <p:cNvPr id="35" name="Shape 33"/>
          <p:cNvSpPr/>
          <p:nvPr/>
        </p:nvSpPr>
        <p:spPr>
          <a:xfrm>
            <a:off x="667512" y="2596896"/>
            <a:ext cx="2523744" cy="128016"/>
          </a:xfrm>
          <a:prstGeom prst="roundRect">
            <a:avLst>
              <a:gd name="adj" fmla="val 28571"/>
            </a:avLst>
          </a:prstGeom>
          <a:solidFill>
            <a:srgbClr val="FFFFFF">
              <a:alpha val="52000"/>
            </a:srgbClr>
          </a:solidFill>
          <a:ln w="12700">
            <a:solidFill>
              <a:srgbClr val="FFFFFF">
                <a:alpha val="0"/>
              </a:srgbClr>
            </a:solidFill>
            <a:prstDash val="solid"/>
          </a:ln>
        </p:spPr>
      </p:sp>
      <p:sp>
        <p:nvSpPr>
          <p:cNvPr id="36" name="Shape 34"/>
          <p:cNvSpPr/>
          <p:nvPr/>
        </p:nvSpPr>
        <p:spPr>
          <a:xfrm>
            <a:off x="649224" y="2578608"/>
            <a:ext cx="64008" cy="2212848"/>
          </a:xfrm>
          <a:prstGeom prst="rect">
            <a:avLst/>
          </a:prstGeom>
          <a:solidFill>
            <a:srgbClr val="1F84D0"/>
          </a:solidFill>
          <a:ln w="12700">
            <a:solidFill>
              <a:srgbClr val="1F84D0"/>
            </a:solidFill>
            <a:prstDash val="solid"/>
          </a:ln>
        </p:spPr>
      </p:sp>
      <p:sp>
        <p:nvSpPr>
          <p:cNvPr id="37" name="Text 35"/>
          <p:cNvSpPr/>
          <p:nvPr/>
        </p:nvSpPr>
        <p:spPr>
          <a:xfrm>
            <a:off x="832104" y="2688336"/>
            <a:ext cx="2231136" cy="1993392"/>
          </a:xfrm>
          <a:prstGeom prst="rect">
            <a:avLst/>
          </a:prstGeom>
          <a:noFill/>
          <a:ln/>
        </p:spPr>
        <p:txBody>
          <a:bodyPr wrap="square" lIns="0" tIns="0" rIns="0" bIns="0" rtlCol="0" anchor="ctr"/>
          <a:lstStyle/>
          <a:p>
            <a:pPr algn="ctr" indent="0" marL="0">
              <a:buNone/>
            </a:pPr>
            <a:r>
              <a:rPr lang="en-US" sz="700" b="1" spc="80" kern="0" dirty="0">
                <a:solidFill>
                  <a:srgbClr val="1F84D0"/>
                </a:solidFill>
                <a:latin typeface="Noto Sans Mono" pitchFamily="34" charset="0"/>
                <a:ea typeface="Noto Sans Mono" pitchFamily="34" charset="-122"/>
                <a:cs typeface="Noto Sans Mono" pitchFamily="34" charset="-120"/>
              </a:rPr>
              <a:t>1 · DIAGNÓSTICO</a:t>
            </a:r>
            <a:endParaRPr lang="en-US" sz="700" dirty="0"/>
          </a:p>
          <a:p>
            <a:pPr algn="ctr" indent="0" marL="0">
              <a:buNone/>
            </a:pPr>
            <a:r>
              <a:rPr lang="en-US" sz="1600" b="1" dirty="0">
                <a:solidFill>
                  <a:srgbClr val="17384D"/>
                </a:solidFill>
                <a:latin typeface="Trebuchet MS" pitchFamily="34" charset="0"/>
                <a:ea typeface="Trebuchet MS" pitchFamily="34" charset="-122"/>
                <a:cs typeface="Trebuchet MS" pitchFamily="34" charset="-120"/>
              </a:rPr>
              <a:t>Flujo actual + requerimientos</a:t>
            </a:r>
            <a:endParaRPr lang="en-US" sz="700" dirty="0"/>
          </a:p>
          <a:p>
            <a:pPr algn="ctr" indent="0" marL="0">
              <a:buNone/>
            </a:pPr>
            <a:r>
              <a:rPr lang="en-US" sz="930" dirty="0">
                <a:solidFill>
                  <a:srgbClr val="5B7382"/>
                </a:solidFill>
                <a:latin typeface="Noto Sans" pitchFamily="34" charset="0"/>
                <a:ea typeface="Noto Sans" pitchFamily="34" charset="-122"/>
                <a:cs typeface="Noto Sans" pitchFamily="34" charset="-120"/>
              </a:rPr>
              <a:t>Observar Presidencia y definir necesidades.</a:t>
            </a:r>
            <a:endParaRPr lang="en-US" sz="700" dirty="0"/>
          </a:p>
        </p:txBody>
      </p:sp>
      <p:sp>
        <p:nvSpPr>
          <p:cNvPr id="38" name="Shape 36"/>
          <p:cNvSpPr/>
          <p:nvPr/>
        </p:nvSpPr>
        <p:spPr>
          <a:xfrm>
            <a:off x="3410712" y="2578608"/>
            <a:ext cx="2560320" cy="2212848"/>
          </a:xfrm>
          <a:prstGeom prst="roundRect">
            <a:avLst>
              <a:gd name="adj" fmla="val 2066"/>
            </a:avLst>
          </a:prstGeom>
          <a:solidFill>
            <a:srgbClr val="FFFFFF">
              <a:alpha val="96000"/>
            </a:srgbClr>
          </a:solidFill>
          <a:ln w="13970">
            <a:solidFill>
              <a:srgbClr val="FFFFFF"/>
            </a:solidFill>
            <a:prstDash val="solid"/>
          </a:ln>
        </p:spPr>
      </p:sp>
      <p:sp>
        <p:nvSpPr>
          <p:cNvPr id="39" name="Shape 37"/>
          <p:cNvSpPr/>
          <p:nvPr/>
        </p:nvSpPr>
        <p:spPr>
          <a:xfrm>
            <a:off x="3429000" y="2596896"/>
            <a:ext cx="2523744" cy="128016"/>
          </a:xfrm>
          <a:prstGeom prst="roundRect">
            <a:avLst>
              <a:gd name="adj" fmla="val 28571"/>
            </a:avLst>
          </a:prstGeom>
          <a:solidFill>
            <a:srgbClr val="FFFFFF">
              <a:alpha val="52000"/>
            </a:srgbClr>
          </a:solidFill>
          <a:ln w="12700">
            <a:solidFill>
              <a:srgbClr val="FFFFFF">
                <a:alpha val="0"/>
              </a:srgbClr>
            </a:solidFill>
            <a:prstDash val="solid"/>
          </a:ln>
        </p:spPr>
      </p:sp>
      <p:sp>
        <p:nvSpPr>
          <p:cNvPr id="40" name="Shape 38"/>
          <p:cNvSpPr/>
          <p:nvPr/>
        </p:nvSpPr>
        <p:spPr>
          <a:xfrm>
            <a:off x="3410712" y="2578608"/>
            <a:ext cx="64008" cy="2212848"/>
          </a:xfrm>
          <a:prstGeom prst="rect">
            <a:avLst/>
          </a:prstGeom>
          <a:solidFill>
            <a:srgbClr val="1F84D0"/>
          </a:solidFill>
          <a:ln w="12700">
            <a:solidFill>
              <a:srgbClr val="1F84D0"/>
            </a:solidFill>
            <a:prstDash val="solid"/>
          </a:ln>
        </p:spPr>
      </p:sp>
      <p:sp>
        <p:nvSpPr>
          <p:cNvPr id="41" name="Text 39"/>
          <p:cNvSpPr/>
          <p:nvPr/>
        </p:nvSpPr>
        <p:spPr>
          <a:xfrm>
            <a:off x="3593592" y="2688336"/>
            <a:ext cx="2231136" cy="1993392"/>
          </a:xfrm>
          <a:prstGeom prst="rect">
            <a:avLst/>
          </a:prstGeom>
          <a:noFill/>
          <a:ln/>
        </p:spPr>
        <p:txBody>
          <a:bodyPr wrap="square" lIns="0" tIns="0" rIns="0" bIns="0" rtlCol="0" anchor="ctr"/>
          <a:lstStyle/>
          <a:p>
            <a:pPr algn="ctr" indent="0" marL="0">
              <a:buNone/>
            </a:pPr>
            <a:r>
              <a:rPr lang="en-US" sz="700" b="1" spc="80" kern="0" dirty="0">
                <a:solidFill>
                  <a:srgbClr val="1F84D0"/>
                </a:solidFill>
                <a:latin typeface="Noto Sans Mono" pitchFamily="34" charset="0"/>
                <a:ea typeface="Noto Sans Mono" pitchFamily="34" charset="-122"/>
                <a:cs typeface="Noto Sans Mono" pitchFamily="34" charset="-120"/>
              </a:rPr>
              <a:t>2 · DISEÑO</a:t>
            </a:r>
            <a:endParaRPr lang="en-US" sz="700" dirty="0"/>
          </a:p>
          <a:p>
            <a:pPr algn="ctr" indent="0" marL="0">
              <a:buNone/>
            </a:pPr>
            <a:r>
              <a:rPr lang="en-US" sz="1600" b="1" dirty="0">
                <a:solidFill>
                  <a:srgbClr val="17384D"/>
                </a:solidFill>
                <a:latin typeface="Trebuchet MS" pitchFamily="34" charset="0"/>
                <a:ea typeface="Trebuchet MS" pitchFamily="34" charset="-122"/>
                <a:cs typeface="Trebuchet MS" pitchFamily="34" charset="-120"/>
              </a:rPr>
              <a:t>Modelo relacional + interfaz</a:t>
            </a:r>
            <a:endParaRPr lang="en-US" sz="700" dirty="0"/>
          </a:p>
          <a:p>
            <a:pPr algn="ctr" indent="0" marL="0">
              <a:buNone/>
            </a:pPr>
            <a:r>
              <a:rPr lang="en-US" sz="930" dirty="0">
                <a:solidFill>
                  <a:srgbClr val="5B7382"/>
                </a:solidFill>
                <a:latin typeface="Noto Sans" pitchFamily="34" charset="0"/>
                <a:ea typeface="Noto Sans" pitchFamily="34" charset="-122"/>
                <a:cs typeface="Noto Sans" pitchFamily="34" charset="-120"/>
              </a:rPr>
              <a:t>Normalización, diccionario de datos y pantallas.</a:t>
            </a:r>
            <a:endParaRPr lang="en-US" sz="700" dirty="0"/>
          </a:p>
        </p:txBody>
      </p:sp>
      <p:sp>
        <p:nvSpPr>
          <p:cNvPr id="42" name="Shape 40"/>
          <p:cNvSpPr/>
          <p:nvPr/>
        </p:nvSpPr>
        <p:spPr>
          <a:xfrm>
            <a:off x="6172200" y="2578608"/>
            <a:ext cx="2560320" cy="2212848"/>
          </a:xfrm>
          <a:prstGeom prst="roundRect">
            <a:avLst>
              <a:gd name="adj" fmla="val 2066"/>
            </a:avLst>
          </a:prstGeom>
          <a:solidFill>
            <a:srgbClr val="FFFFFF">
              <a:alpha val="96000"/>
            </a:srgbClr>
          </a:solidFill>
          <a:ln w="13970">
            <a:solidFill>
              <a:srgbClr val="FFFFFF"/>
            </a:solidFill>
            <a:prstDash val="solid"/>
          </a:ln>
        </p:spPr>
      </p:sp>
      <p:sp>
        <p:nvSpPr>
          <p:cNvPr id="43" name="Shape 41"/>
          <p:cNvSpPr/>
          <p:nvPr/>
        </p:nvSpPr>
        <p:spPr>
          <a:xfrm>
            <a:off x="6190488" y="2596896"/>
            <a:ext cx="2523744" cy="128016"/>
          </a:xfrm>
          <a:prstGeom prst="roundRect">
            <a:avLst>
              <a:gd name="adj" fmla="val 28571"/>
            </a:avLst>
          </a:prstGeom>
          <a:solidFill>
            <a:srgbClr val="FFFFFF">
              <a:alpha val="52000"/>
            </a:srgbClr>
          </a:solidFill>
          <a:ln w="12700">
            <a:solidFill>
              <a:srgbClr val="FFFFFF">
                <a:alpha val="0"/>
              </a:srgbClr>
            </a:solidFill>
            <a:prstDash val="solid"/>
          </a:ln>
        </p:spPr>
      </p:sp>
      <p:sp>
        <p:nvSpPr>
          <p:cNvPr id="44" name="Shape 42"/>
          <p:cNvSpPr/>
          <p:nvPr/>
        </p:nvSpPr>
        <p:spPr>
          <a:xfrm>
            <a:off x="6172200" y="2578608"/>
            <a:ext cx="64008" cy="2212848"/>
          </a:xfrm>
          <a:prstGeom prst="rect">
            <a:avLst/>
          </a:prstGeom>
          <a:solidFill>
            <a:srgbClr val="1F84D0"/>
          </a:solidFill>
          <a:ln w="12700">
            <a:solidFill>
              <a:srgbClr val="1F84D0"/>
            </a:solidFill>
            <a:prstDash val="solid"/>
          </a:ln>
        </p:spPr>
      </p:sp>
      <p:sp>
        <p:nvSpPr>
          <p:cNvPr id="45" name="Text 43"/>
          <p:cNvSpPr/>
          <p:nvPr/>
        </p:nvSpPr>
        <p:spPr>
          <a:xfrm>
            <a:off x="6355080" y="2688336"/>
            <a:ext cx="2231136" cy="1993392"/>
          </a:xfrm>
          <a:prstGeom prst="rect">
            <a:avLst/>
          </a:prstGeom>
          <a:noFill/>
          <a:ln/>
        </p:spPr>
        <p:txBody>
          <a:bodyPr wrap="square" lIns="0" tIns="0" rIns="0" bIns="0" rtlCol="0" anchor="ctr"/>
          <a:lstStyle/>
          <a:p>
            <a:pPr algn="ctr" indent="0" marL="0">
              <a:buNone/>
            </a:pPr>
            <a:r>
              <a:rPr lang="en-US" sz="700" b="1" spc="80" kern="0" dirty="0">
                <a:solidFill>
                  <a:srgbClr val="1F84D0"/>
                </a:solidFill>
                <a:latin typeface="Noto Sans Mono" pitchFamily="34" charset="0"/>
                <a:ea typeface="Noto Sans Mono" pitchFamily="34" charset="-122"/>
                <a:cs typeface="Noto Sans Mono" pitchFamily="34" charset="-120"/>
              </a:rPr>
              <a:t>3 · IMPLEMENTACIÓN</a:t>
            </a:r>
            <a:endParaRPr lang="en-US" sz="700" dirty="0"/>
          </a:p>
          <a:p>
            <a:pPr algn="ctr" indent="0" marL="0">
              <a:buNone/>
            </a:pPr>
            <a:r>
              <a:rPr lang="en-US" sz="1600" b="1" dirty="0">
                <a:solidFill>
                  <a:srgbClr val="17384D"/>
                </a:solidFill>
                <a:latin typeface="Trebuchet MS" pitchFamily="34" charset="0"/>
                <a:ea typeface="Trebuchet MS" pitchFamily="34" charset="-122"/>
                <a:cs typeface="Trebuchet MS" pitchFamily="34" charset="-120"/>
              </a:rPr>
              <a:t>SQLite + escritorio + Wails</a:t>
            </a:r>
            <a:endParaRPr lang="en-US" sz="700" dirty="0"/>
          </a:p>
          <a:p>
            <a:pPr algn="ctr" indent="0" marL="0">
              <a:buNone/>
            </a:pPr>
            <a:r>
              <a:rPr lang="en-US" sz="930" dirty="0">
                <a:solidFill>
                  <a:srgbClr val="5B7382"/>
                </a:solidFill>
                <a:latin typeface="Noto Sans" pitchFamily="34" charset="0"/>
                <a:ea typeface="Noto Sans" pitchFamily="34" charset="-122"/>
                <a:cs typeface="Noto Sans" pitchFamily="34" charset="-120"/>
              </a:rPr>
              <a:t>Registro, consulta, historial y reportes.</a:t>
            </a:r>
            <a:endParaRPr lang="en-US" sz="700" dirty="0"/>
          </a:p>
        </p:txBody>
      </p:sp>
      <p:sp>
        <p:nvSpPr>
          <p:cNvPr id="46" name="Shape 44"/>
          <p:cNvSpPr/>
          <p:nvPr/>
        </p:nvSpPr>
        <p:spPr>
          <a:xfrm>
            <a:off x="8933688" y="2578608"/>
            <a:ext cx="2560320" cy="2212848"/>
          </a:xfrm>
          <a:prstGeom prst="roundRect">
            <a:avLst>
              <a:gd name="adj" fmla="val 2066"/>
            </a:avLst>
          </a:prstGeom>
          <a:solidFill>
            <a:srgbClr val="EAF8DE">
              <a:alpha val="96000"/>
            </a:srgbClr>
          </a:solidFill>
          <a:ln w="13970">
            <a:solidFill>
              <a:srgbClr val="FFFFFF"/>
            </a:solidFill>
            <a:prstDash val="solid"/>
          </a:ln>
        </p:spPr>
      </p:sp>
      <p:sp>
        <p:nvSpPr>
          <p:cNvPr id="47" name="Shape 45"/>
          <p:cNvSpPr/>
          <p:nvPr/>
        </p:nvSpPr>
        <p:spPr>
          <a:xfrm>
            <a:off x="8951976" y="2596896"/>
            <a:ext cx="2523744" cy="128016"/>
          </a:xfrm>
          <a:prstGeom prst="roundRect">
            <a:avLst>
              <a:gd name="adj" fmla="val 28571"/>
            </a:avLst>
          </a:prstGeom>
          <a:solidFill>
            <a:srgbClr val="FFFFFF">
              <a:alpha val="52000"/>
            </a:srgbClr>
          </a:solidFill>
          <a:ln w="12700">
            <a:solidFill>
              <a:srgbClr val="FFFFFF">
                <a:alpha val="0"/>
              </a:srgbClr>
            </a:solidFill>
            <a:prstDash val="solid"/>
          </a:ln>
        </p:spPr>
      </p:sp>
      <p:sp>
        <p:nvSpPr>
          <p:cNvPr id="48" name="Shape 46"/>
          <p:cNvSpPr/>
          <p:nvPr/>
        </p:nvSpPr>
        <p:spPr>
          <a:xfrm>
            <a:off x="8933688" y="2578608"/>
            <a:ext cx="64008" cy="2212848"/>
          </a:xfrm>
          <a:prstGeom prst="rect">
            <a:avLst/>
          </a:prstGeom>
          <a:solidFill>
            <a:srgbClr val="72C81D"/>
          </a:solidFill>
          <a:ln w="12700">
            <a:solidFill>
              <a:srgbClr val="72C81D"/>
            </a:solidFill>
            <a:prstDash val="solid"/>
          </a:ln>
        </p:spPr>
      </p:sp>
      <p:sp>
        <p:nvSpPr>
          <p:cNvPr id="49" name="Text 47"/>
          <p:cNvSpPr/>
          <p:nvPr/>
        </p:nvSpPr>
        <p:spPr>
          <a:xfrm>
            <a:off x="9116568" y="2688336"/>
            <a:ext cx="2231136" cy="1993392"/>
          </a:xfrm>
          <a:prstGeom prst="rect">
            <a:avLst/>
          </a:prstGeom>
          <a:noFill/>
          <a:ln/>
        </p:spPr>
        <p:txBody>
          <a:bodyPr wrap="square" lIns="0" tIns="0" rIns="0" bIns="0" rtlCol="0" anchor="ctr"/>
          <a:lstStyle/>
          <a:p>
            <a:pPr algn="ctr" indent="0" marL="0">
              <a:buNone/>
            </a:pPr>
            <a:r>
              <a:rPr lang="en-US" sz="700" b="1" spc="80" kern="0" dirty="0">
                <a:solidFill>
                  <a:srgbClr val="72C81D"/>
                </a:solidFill>
                <a:latin typeface="Noto Sans Mono" pitchFamily="34" charset="0"/>
                <a:ea typeface="Noto Sans Mono" pitchFamily="34" charset="-122"/>
                <a:cs typeface="Noto Sans Mono" pitchFamily="34" charset="-120"/>
              </a:rPr>
              <a:t>4 · VALIDACIÓN</a:t>
            </a:r>
            <a:endParaRPr lang="en-US" sz="700" dirty="0"/>
          </a:p>
          <a:p>
            <a:pPr algn="ctr" indent="0" marL="0">
              <a:buNone/>
            </a:pPr>
            <a:r>
              <a:rPr lang="en-US" sz="1600" b="1" dirty="0">
                <a:solidFill>
                  <a:srgbClr val="17384D"/>
                </a:solidFill>
                <a:latin typeface="Trebuchet MS" pitchFamily="34" charset="0"/>
                <a:ea typeface="Trebuchet MS" pitchFamily="34" charset="-122"/>
                <a:cs typeface="Trebuchet MS" pitchFamily="34" charset="-120"/>
              </a:rPr>
              <a:t>Pruebas + depuración + documentación</a:t>
            </a:r>
            <a:endParaRPr lang="en-US" sz="700" dirty="0"/>
          </a:p>
          <a:p>
            <a:pPr algn="ctr" indent="0" marL="0">
              <a:buNone/>
            </a:pPr>
            <a:r>
              <a:rPr lang="en-US" sz="930" dirty="0">
                <a:solidFill>
                  <a:srgbClr val="5B7382"/>
                </a:solidFill>
                <a:latin typeface="Noto Sans" pitchFamily="34" charset="0"/>
                <a:ea typeface="Noto Sans" pitchFamily="34" charset="-122"/>
                <a:cs typeface="Noto Sans" pitchFamily="34" charset="-120"/>
              </a:rPr>
              <a:t>Datos representativos y revisión funcional.</a:t>
            </a:r>
            <a:endParaRPr lang="en-US" sz="700" dirty="0"/>
          </a:p>
        </p:txBody>
      </p:sp>
      <p:sp>
        <p:nvSpPr>
          <p:cNvPr id="50" name="Shape 48"/>
          <p:cNvSpPr/>
          <p:nvPr/>
        </p:nvSpPr>
        <p:spPr>
          <a:xfrm>
            <a:off x="914400" y="5175504"/>
            <a:ext cx="2148840" cy="384048"/>
          </a:xfrm>
          <a:prstGeom prst="roundRect">
            <a:avLst>
              <a:gd name="adj" fmla="val 19048"/>
            </a:avLst>
          </a:prstGeom>
          <a:solidFill>
            <a:srgbClr val="1F84D0"/>
          </a:solidFill>
          <a:ln w="8890">
            <a:solidFill>
              <a:srgbClr val="1F84D0"/>
            </a:solidFill>
            <a:prstDash val="solid"/>
          </a:ln>
        </p:spPr>
      </p:sp>
      <p:sp>
        <p:nvSpPr>
          <p:cNvPr id="51" name="Shape 49"/>
          <p:cNvSpPr/>
          <p:nvPr/>
        </p:nvSpPr>
        <p:spPr>
          <a:xfrm>
            <a:off x="960120" y="5212080"/>
            <a:ext cx="2057400" cy="130576"/>
          </a:xfrm>
          <a:prstGeom prst="roundRect">
            <a:avLst>
              <a:gd name="adj" fmla="val 35014"/>
            </a:avLst>
          </a:prstGeom>
          <a:solidFill>
            <a:srgbClr val="FFFFFF">
              <a:alpha val="45000"/>
            </a:srgbClr>
          </a:solidFill>
          <a:ln w="12700">
            <a:solidFill>
              <a:srgbClr val="FFFFFF">
                <a:alpha val="0"/>
              </a:srgbClr>
            </a:solidFill>
            <a:prstDash val="solid"/>
          </a:ln>
        </p:spPr>
      </p:sp>
      <p:sp>
        <p:nvSpPr>
          <p:cNvPr id="52" name="Text 50"/>
          <p:cNvSpPr/>
          <p:nvPr/>
        </p:nvSpPr>
        <p:spPr>
          <a:xfrm>
            <a:off x="1005840" y="5266944"/>
            <a:ext cx="196596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Noto Sans Mono" pitchFamily="34" charset="0"/>
                <a:ea typeface="Noto Sans Mono" pitchFamily="34" charset="-122"/>
                <a:cs typeface="Noto Sans Mono" pitchFamily="34" charset="-120"/>
              </a:rPr>
              <a:t>DIAGNOSTICAR</a:t>
            </a:r>
            <a:endParaRPr lang="en-US" sz="850" dirty="0"/>
          </a:p>
        </p:txBody>
      </p:sp>
      <p:sp>
        <p:nvSpPr>
          <p:cNvPr id="53" name="Shape 51"/>
          <p:cNvSpPr/>
          <p:nvPr/>
        </p:nvSpPr>
        <p:spPr>
          <a:xfrm>
            <a:off x="3639312" y="5175504"/>
            <a:ext cx="2148840" cy="384048"/>
          </a:xfrm>
          <a:prstGeom prst="roundRect">
            <a:avLst>
              <a:gd name="adj" fmla="val 19048"/>
            </a:avLst>
          </a:prstGeom>
          <a:solidFill>
            <a:srgbClr val="1F84D0"/>
          </a:solidFill>
          <a:ln w="8890">
            <a:solidFill>
              <a:srgbClr val="1F84D0"/>
            </a:solidFill>
            <a:prstDash val="solid"/>
          </a:ln>
        </p:spPr>
      </p:sp>
      <p:sp>
        <p:nvSpPr>
          <p:cNvPr id="54" name="Shape 52"/>
          <p:cNvSpPr/>
          <p:nvPr/>
        </p:nvSpPr>
        <p:spPr>
          <a:xfrm>
            <a:off x="3685032" y="5212080"/>
            <a:ext cx="2057400" cy="130576"/>
          </a:xfrm>
          <a:prstGeom prst="roundRect">
            <a:avLst>
              <a:gd name="adj" fmla="val 35014"/>
            </a:avLst>
          </a:prstGeom>
          <a:solidFill>
            <a:srgbClr val="FFFFFF">
              <a:alpha val="45000"/>
            </a:srgbClr>
          </a:solidFill>
          <a:ln w="12700">
            <a:solidFill>
              <a:srgbClr val="FFFFFF">
                <a:alpha val="0"/>
              </a:srgbClr>
            </a:solidFill>
            <a:prstDash val="solid"/>
          </a:ln>
        </p:spPr>
      </p:sp>
      <p:sp>
        <p:nvSpPr>
          <p:cNvPr id="55" name="Text 53"/>
          <p:cNvSpPr/>
          <p:nvPr/>
        </p:nvSpPr>
        <p:spPr>
          <a:xfrm>
            <a:off x="3730752" y="5266944"/>
            <a:ext cx="196596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Noto Sans Mono" pitchFamily="34" charset="0"/>
                <a:ea typeface="Noto Sans Mono" pitchFamily="34" charset="-122"/>
                <a:cs typeface="Noto Sans Mono" pitchFamily="34" charset="-120"/>
              </a:rPr>
              <a:t>DISEÑAR</a:t>
            </a:r>
            <a:endParaRPr lang="en-US" sz="850" dirty="0"/>
          </a:p>
        </p:txBody>
      </p:sp>
      <p:sp>
        <p:nvSpPr>
          <p:cNvPr id="56" name="Shape 54"/>
          <p:cNvSpPr/>
          <p:nvPr/>
        </p:nvSpPr>
        <p:spPr>
          <a:xfrm>
            <a:off x="6364224" y="5175504"/>
            <a:ext cx="2148840" cy="384048"/>
          </a:xfrm>
          <a:prstGeom prst="roundRect">
            <a:avLst>
              <a:gd name="adj" fmla="val 19048"/>
            </a:avLst>
          </a:prstGeom>
          <a:solidFill>
            <a:srgbClr val="1F84D0"/>
          </a:solidFill>
          <a:ln w="8890">
            <a:solidFill>
              <a:srgbClr val="1F84D0"/>
            </a:solidFill>
            <a:prstDash val="solid"/>
          </a:ln>
        </p:spPr>
      </p:sp>
      <p:sp>
        <p:nvSpPr>
          <p:cNvPr id="57" name="Shape 55"/>
          <p:cNvSpPr/>
          <p:nvPr/>
        </p:nvSpPr>
        <p:spPr>
          <a:xfrm>
            <a:off x="6409944" y="5212080"/>
            <a:ext cx="2057400" cy="130576"/>
          </a:xfrm>
          <a:prstGeom prst="roundRect">
            <a:avLst>
              <a:gd name="adj" fmla="val 35014"/>
            </a:avLst>
          </a:prstGeom>
          <a:solidFill>
            <a:srgbClr val="FFFFFF">
              <a:alpha val="45000"/>
            </a:srgbClr>
          </a:solidFill>
          <a:ln w="12700">
            <a:solidFill>
              <a:srgbClr val="FFFFFF">
                <a:alpha val="0"/>
              </a:srgbClr>
            </a:solidFill>
            <a:prstDash val="solid"/>
          </a:ln>
        </p:spPr>
      </p:sp>
      <p:sp>
        <p:nvSpPr>
          <p:cNvPr id="58" name="Text 56"/>
          <p:cNvSpPr/>
          <p:nvPr/>
        </p:nvSpPr>
        <p:spPr>
          <a:xfrm>
            <a:off x="6455664" y="5266944"/>
            <a:ext cx="196596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Noto Sans Mono" pitchFamily="34" charset="0"/>
                <a:ea typeface="Noto Sans Mono" pitchFamily="34" charset="-122"/>
                <a:cs typeface="Noto Sans Mono" pitchFamily="34" charset="-120"/>
              </a:rPr>
              <a:t>CONSTRUIR</a:t>
            </a:r>
            <a:endParaRPr lang="en-US" sz="850" dirty="0"/>
          </a:p>
        </p:txBody>
      </p:sp>
      <p:sp>
        <p:nvSpPr>
          <p:cNvPr id="59" name="Shape 57"/>
          <p:cNvSpPr/>
          <p:nvPr/>
        </p:nvSpPr>
        <p:spPr>
          <a:xfrm>
            <a:off x="9089136" y="5175504"/>
            <a:ext cx="2148840" cy="384048"/>
          </a:xfrm>
          <a:prstGeom prst="roundRect">
            <a:avLst>
              <a:gd name="adj" fmla="val 19048"/>
            </a:avLst>
          </a:prstGeom>
          <a:solidFill>
            <a:srgbClr val="72C81D"/>
          </a:solidFill>
          <a:ln w="8890">
            <a:solidFill>
              <a:srgbClr val="72C81D"/>
            </a:solidFill>
            <a:prstDash val="solid"/>
          </a:ln>
        </p:spPr>
      </p:sp>
      <p:sp>
        <p:nvSpPr>
          <p:cNvPr id="60" name="Shape 58"/>
          <p:cNvSpPr/>
          <p:nvPr/>
        </p:nvSpPr>
        <p:spPr>
          <a:xfrm>
            <a:off x="9134856" y="5212080"/>
            <a:ext cx="2057400" cy="130576"/>
          </a:xfrm>
          <a:prstGeom prst="roundRect">
            <a:avLst>
              <a:gd name="adj" fmla="val 35014"/>
            </a:avLst>
          </a:prstGeom>
          <a:solidFill>
            <a:srgbClr val="FFFFFF">
              <a:alpha val="45000"/>
            </a:srgbClr>
          </a:solidFill>
          <a:ln w="12700">
            <a:solidFill>
              <a:srgbClr val="FFFFFF">
                <a:alpha val="0"/>
              </a:srgbClr>
            </a:solidFill>
            <a:prstDash val="solid"/>
          </a:ln>
        </p:spPr>
      </p:sp>
      <p:sp>
        <p:nvSpPr>
          <p:cNvPr id="61" name="Text 59"/>
          <p:cNvSpPr/>
          <p:nvPr/>
        </p:nvSpPr>
        <p:spPr>
          <a:xfrm>
            <a:off x="9180576" y="5266944"/>
            <a:ext cx="196596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Noto Sans Mono" pitchFamily="34" charset="0"/>
                <a:ea typeface="Noto Sans Mono" pitchFamily="34" charset="-122"/>
                <a:cs typeface="Noto Sans Mono" pitchFamily="34" charset="-120"/>
              </a:rPr>
              <a:t>PROBAR</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76B5E3"/>
        </a:solidFill>
      </p:bgPr>
    </p:bg>
    <p:spTree>
      <p:nvGrpSpPr>
        <p:cNvPr id="1" name=""/>
        <p:cNvGrpSpPr/>
        <p:nvPr/>
      </p:nvGrpSpPr>
      <p:grpSpPr>
        <a:xfrm>
          <a:off x="0" y="0"/>
          <a:ext cx="0" cy="0"/>
          <a:chOff x="0" y="0"/>
          <a:chExt cx="0" cy="0"/>
        </a:xfrm>
      </p:grpSpPr>
      <p:sp>
        <p:nvSpPr>
          <p:cNvPr id="2" name="Shape 0"/>
          <p:cNvSpPr/>
          <p:nvPr/>
        </p:nvSpPr>
        <p:spPr>
          <a:xfrm>
            <a:off x="-1005840" y="-1280160"/>
            <a:ext cx="6583680" cy="4754880"/>
          </a:xfrm>
          <a:prstGeom prst="ellipse">
            <a:avLst/>
          </a:prstGeom>
          <a:solidFill>
            <a:srgbClr val="DFF6FF">
              <a:alpha val="82000"/>
            </a:srgbClr>
          </a:solidFill>
          <a:ln w="12700">
            <a:solidFill>
              <a:srgbClr val="DFF6FF">
                <a:alpha val="0"/>
              </a:srgbClr>
            </a:solidFill>
            <a:prstDash val="solid"/>
          </a:ln>
        </p:spPr>
      </p:sp>
      <p:sp>
        <p:nvSpPr>
          <p:cNvPr id="3" name="Shape 1"/>
          <p:cNvSpPr/>
          <p:nvPr/>
        </p:nvSpPr>
        <p:spPr>
          <a:xfrm>
            <a:off x="7955280" y="4023360"/>
            <a:ext cx="5303520" cy="3657600"/>
          </a:xfrm>
          <a:prstGeom prst="ellipse">
            <a:avLst/>
          </a:prstGeom>
          <a:solidFill>
            <a:srgbClr val="B8E2F8">
              <a:alpha val="78000"/>
            </a:srgbClr>
          </a:solidFill>
          <a:ln w="12700">
            <a:solidFill>
              <a:srgbClr val="B8E2F8">
                <a:alpha val="0"/>
              </a:srgbClr>
            </a:solidFill>
            <a:prstDash val="solid"/>
          </a:ln>
        </p:spPr>
      </p:sp>
      <p:sp>
        <p:nvSpPr>
          <p:cNvPr id="4" name="Shape 2"/>
          <p:cNvSpPr/>
          <p:nvPr/>
        </p:nvSpPr>
        <p:spPr>
          <a:xfrm>
            <a:off x="256032" y="237744"/>
            <a:ext cx="11676888" cy="6382512"/>
          </a:xfrm>
          <a:prstGeom prst="roundRect">
            <a:avLst>
              <a:gd name="adj" fmla="val 1146"/>
            </a:avLst>
          </a:prstGeom>
          <a:solidFill>
            <a:srgbClr val="EDF9FF">
              <a:alpha val="96000"/>
            </a:srgbClr>
          </a:solidFill>
          <a:ln w="17780">
            <a:solidFill>
              <a:srgbClr val="FFFFFF"/>
            </a:solidFill>
            <a:prstDash val="solid"/>
          </a:ln>
        </p:spPr>
      </p:sp>
      <p:sp>
        <p:nvSpPr>
          <p:cNvPr id="5" name="Shape 3"/>
          <p:cNvSpPr/>
          <p:nvPr/>
        </p:nvSpPr>
        <p:spPr>
          <a:xfrm>
            <a:off x="384048" y="356616"/>
            <a:ext cx="11411712" cy="530352"/>
          </a:xfrm>
          <a:prstGeom prst="roundRect">
            <a:avLst>
              <a:gd name="adj" fmla="val 10345"/>
            </a:avLst>
          </a:prstGeom>
          <a:solidFill>
            <a:srgbClr val="1F84D0"/>
          </a:solidFill>
          <a:ln w="11430">
            <a:solidFill>
              <a:srgbClr val="146EA9"/>
            </a:solidFill>
            <a:prstDash val="solid"/>
          </a:ln>
        </p:spPr>
      </p:sp>
      <p:sp>
        <p:nvSpPr>
          <p:cNvPr id="6" name="Shape 4"/>
          <p:cNvSpPr/>
          <p:nvPr/>
        </p:nvSpPr>
        <p:spPr>
          <a:xfrm>
            <a:off x="484632" y="411480"/>
            <a:ext cx="11201400" cy="118872"/>
          </a:xfrm>
          <a:prstGeom prst="roundRect">
            <a:avLst>
              <a:gd name="adj" fmla="val 30769"/>
            </a:avLst>
          </a:prstGeom>
          <a:solidFill>
            <a:srgbClr val="FFFFFF">
              <a:alpha val="38000"/>
            </a:srgbClr>
          </a:solidFill>
          <a:ln w="12700">
            <a:solidFill>
              <a:srgbClr val="FFFFFF">
                <a:alpha val="0"/>
              </a:srgbClr>
            </a:solidFill>
            <a:prstDash val="solid"/>
          </a:ln>
        </p:spPr>
      </p:sp>
      <p:sp>
        <p:nvSpPr>
          <p:cNvPr id="7" name="Shape 5"/>
          <p:cNvSpPr/>
          <p:nvPr/>
        </p:nvSpPr>
        <p:spPr>
          <a:xfrm>
            <a:off x="557784" y="466344"/>
            <a:ext cx="256032" cy="256032"/>
          </a:xfrm>
          <a:prstGeom prst="ellipse">
            <a:avLst/>
          </a:prstGeom>
          <a:solidFill>
            <a:srgbClr val="42ABF5"/>
          </a:solidFill>
          <a:ln w="8890">
            <a:solidFill>
              <a:srgbClr val="FFFFFF"/>
            </a:solidFill>
            <a:prstDash val="solid"/>
          </a:ln>
        </p:spPr>
      </p:sp>
      <p:sp>
        <p:nvSpPr>
          <p:cNvPr id="8" name="Shape 6"/>
          <p:cNvSpPr/>
          <p:nvPr/>
        </p:nvSpPr>
        <p:spPr>
          <a:xfrm>
            <a:off x="905256" y="475488"/>
            <a:ext cx="228600" cy="237744"/>
          </a:xfrm>
          <a:prstGeom prst="roundRect">
            <a:avLst>
              <a:gd name="adj" fmla="val 12000"/>
            </a:avLst>
          </a:prstGeom>
          <a:solidFill>
            <a:srgbClr val="FFFFFF">
              <a:alpha val="27000"/>
            </a:srgbClr>
          </a:solidFill>
          <a:ln w="7620">
            <a:solidFill>
              <a:srgbClr val="FFFFFF">
                <a:alpha val="65000"/>
              </a:srgbClr>
            </a:solidFill>
            <a:prstDash val="solid"/>
          </a:ln>
        </p:spPr>
      </p:sp>
      <p:sp>
        <p:nvSpPr>
          <p:cNvPr id="9" name="Text 7"/>
          <p:cNvSpPr/>
          <p:nvPr/>
        </p:nvSpPr>
        <p:spPr>
          <a:xfrm>
            <a:off x="905256" y="457200"/>
            <a:ext cx="228600" cy="210312"/>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a:t>
            </a:r>
            <a:endParaRPr lang="en-US" sz="1200" dirty="0"/>
          </a:p>
        </p:txBody>
      </p:sp>
      <p:sp>
        <p:nvSpPr>
          <p:cNvPr id="10" name="Shape 8"/>
          <p:cNvSpPr/>
          <p:nvPr/>
        </p:nvSpPr>
        <p:spPr>
          <a:xfrm>
            <a:off x="1197864" y="475488"/>
            <a:ext cx="228600" cy="237744"/>
          </a:xfrm>
          <a:prstGeom prst="roundRect">
            <a:avLst>
              <a:gd name="adj" fmla="val 12000"/>
            </a:avLst>
          </a:prstGeom>
          <a:solidFill>
            <a:srgbClr val="FFFFFF">
              <a:alpha val="27000"/>
            </a:srgbClr>
          </a:solidFill>
          <a:ln w="7620">
            <a:solidFill>
              <a:srgbClr val="FFFFFF">
                <a:alpha val="65000"/>
              </a:srgbClr>
            </a:solidFill>
            <a:prstDash val="solid"/>
          </a:ln>
        </p:spPr>
      </p:sp>
      <p:sp>
        <p:nvSpPr>
          <p:cNvPr id="11" name="Text 9"/>
          <p:cNvSpPr/>
          <p:nvPr/>
        </p:nvSpPr>
        <p:spPr>
          <a:xfrm>
            <a:off x="1197864" y="457200"/>
            <a:ext cx="228600" cy="210312"/>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a:t>
            </a:r>
            <a:endParaRPr lang="en-US" sz="1200" dirty="0"/>
          </a:p>
        </p:txBody>
      </p:sp>
      <p:sp>
        <p:nvSpPr>
          <p:cNvPr id="12" name="Shape 10"/>
          <p:cNvSpPr/>
          <p:nvPr/>
        </p:nvSpPr>
        <p:spPr>
          <a:xfrm>
            <a:off x="1572768" y="475488"/>
            <a:ext cx="7818120" cy="246888"/>
          </a:xfrm>
          <a:prstGeom prst="roundRect">
            <a:avLst>
              <a:gd name="adj" fmla="val 14815"/>
            </a:avLst>
          </a:prstGeom>
          <a:solidFill>
            <a:srgbClr val="FFFFFF">
              <a:alpha val="93000"/>
            </a:srgbClr>
          </a:solidFill>
          <a:ln w="7620">
            <a:solidFill>
              <a:srgbClr val="9ED0EC"/>
            </a:solidFill>
            <a:prstDash val="solid"/>
          </a:ln>
        </p:spPr>
      </p:sp>
      <p:sp>
        <p:nvSpPr>
          <p:cNvPr id="13" name="Text 11"/>
          <p:cNvSpPr/>
          <p:nvPr/>
        </p:nvSpPr>
        <p:spPr>
          <a:xfrm>
            <a:off x="1755648" y="507492"/>
            <a:ext cx="7452360" cy="128016"/>
          </a:xfrm>
          <a:prstGeom prst="rect">
            <a:avLst/>
          </a:prstGeom>
          <a:noFill/>
          <a:ln/>
        </p:spPr>
        <p:txBody>
          <a:bodyPr wrap="square" lIns="0" tIns="0" rIns="0" bIns="0" rtlCol="0" anchor="ctr"/>
          <a:lstStyle/>
          <a:p>
            <a:pPr indent="0" marL="0">
              <a:buNone/>
            </a:pPr>
            <a:r>
              <a:rPr lang="en-US" sz="730" spc="80" kern="0" dirty="0">
                <a:solidFill>
                  <a:srgbClr val="194C6C"/>
                </a:solidFill>
                <a:latin typeface="Noto Sans Mono" pitchFamily="34" charset="0"/>
                <a:ea typeface="Noto Sans Mono" pitchFamily="34" charset="-122"/>
                <a:cs typeface="Noto Sans Mono" pitchFamily="34" charset="-120"/>
              </a:rPr>
              <a:t>baseaccess://prototipo/arquitectura</a:t>
            </a:r>
            <a:endParaRPr lang="en-US" sz="730" dirty="0"/>
          </a:p>
        </p:txBody>
      </p:sp>
      <p:sp>
        <p:nvSpPr>
          <p:cNvPr id="14" name="Shape 12"/>
          <p:cNvSpPr/>
          <p:nvPr/>
        </p:nvSpPr>
        <p:spPr>
          <a:xfrm>
            <a:off x="10771632" y="502920"/>
            <a:ext cx="164592" cy="164592"/>
          </a:xfrm>
          <a:prstGeom prst="ellipse">
            <a:avLst/>
          </a:prstGeom>
          <a:solidFill>
            <a:srgbClr val="F6CA45"/>
          </a:solidFill>
          <a:ln w="6350">
            <a:solidFill>
              <a:srgbClr val="FFFFFF"/>
            </a:solidFill>
            <a:prstDash val="solid"/>
          </a:ln>
        </p:spPr>
      </p:sp>
      <p:sp>
        <p:nvSpPr>
          <p:cNvPr id="15" name="Shape 13"/>
          <p:cNvSpPr/>
          <p:nvPr/>
        </p:nvSpPr>
        <p:spPr>
          <a:xfrm>
            <a:off x="11055096" y="502920"/>
            <a:ext cx="164592" cy="164592"/>
          </a:xfrm>
          <a:prstGeom prst="ellipse">
            <a:avLst/>
          </a:prstGeom>
          <a:solidFill>
            <a:srgbClr val="72C81D"/>
          </a:solidFill>
          <a:ln w="6350">
            <a:solidFill>
              <a:srgbClr val="FFFFFF"/>
            </a:solidFill>
            <a:prstDash val="solid"/>
          </a:ln>
        </p:spPr>
      </p:sp>
      <p:sp>
        <p:nvSpPr>
          <p:cNvPr id="16" name="Shape 14"/>
          <p:cNvSpPr/>
          <p:nvPr/>
        </p:nvSpPr>
        <p:spPr>
          <a:xfrm>
            <a:off x="11338560" y="502920"/>
            <a:ext cx="164592" cy="164592"/>
          </a:xfrm>
          <a:prstGeom prst="ellipse">
            <a:avLst/>
          </a:prstGeom>
          <a:solidFill>
            <a:srgbClr val="F06A78"/>
          </a:solidFill>
          <a:ln w="6350">
            <a:solidFill>
              <a:srgbClr val="FFFFFF"/>
            </a:solidFill>
            <a:prstDash val="solid"/>
          </a:ln>
        </p:spPr>
      </p:sp>
      <p:sp>
        <p:nvSpPr>
          <p:cNvPr id="17" name="Shape 15"/>
          <p:cNvSpPr/>
          <p:nvPr/>
        </p:nvSpPr>
        <p:spPr>
          <a:xfrm>
            <a:off x="585216" y="932688"/>
            <a:ext cx="2011680" cy="347472"/>
          </a:xfrm>
          <a:prstGeom prst="roundRect">
            <a:avLst>
              <a:gd name="adj" fmla="val 10526"/>
            </a:avLst>
          </a:prstGeom>
          <a:solidFill>
            <a:srgbClr val="D7EEFA">
              <a:alpha val="85000"/>
            </a:srgbClr>
          </a:solidFill>
          <a:ln w="8890">
            <a:solidFill>
              <a:srgbClr val="9ED0EC"/>
            </a:solidFill>
            <a:prstDash val="solid"/>
          </a:ln>
        </p:spPr>
      </p:sp>
      <p:sp>
        <p:nvSpPr>
          <p:cNvPr id="18" name="Text 16"/>
          <p:cNvSpPr/>
          <p:nvPr/>
        </p:nvSpPr>
        <p:spPr>
          <a:xfrm>
            <a:off x="658368" y="1019556"/>
            <a:ext cx="1865376" cy="137160"/>
          </a:xfrm>
          <a:prstGeom prst="rect">
            <a:avLst/>
          </a:prstGeom>
          <a:noFill/>
          <a:ln/>
        </p:spPr>
        <p:txBody>
          <a:bodyPr wrap="square" lIns="0" tIns="0" rIns="0" bIns="0" rtlCol="0" anchor="ctr"/>
          <a:lstStyle/>
          <a:p>
            <a:pPr algn="ctr" indent="0" marL="0">
              <a:buNone/>
            </a:pPr>
            <a:r>
              <a:rPr lang="en-US" sz="720" dirty="0">
                <a:solidFill>
                  <a:srgbClr val="5B7382"/>
                </a:solidFill>
                <a:latin typeface="Noto Sans Mono" pitchFamily="34" charset="0"/>
                <a:ea typeface="Noto Sans Mono" pitchFamily="34" charset="-122"/>
                <a:cs typeface="Noto Sans Mono" pitchFamily="34" charset="-120"/>
              </a:rPr>
              <a:t>I  Empresa</a:t>
            </a:r>
            <a:endParaRPr lang="en-US" sz="720" dirty="0"/>
          </a:p>
        </p:txBody>
      </p:sp>
      <p:sp>
        <p:nvSpPr>
          <p:cNvPr id="19" name="Shape 17"/>
          <p:cNvSpPr/>
          <p:nvPr/>
        </p:nvSpPr>
        <p:spPr>
          <a:xfrm>
            <a:off x="2798064" y="932688"/>
            <a:ext cx="2011680" cy="347472"/>
          </a:xfrm>
          <a:prstGeom prst="roundRect">
            <a:avLst>
              <a:gd name="adj" fmla="val 10526"/>
            </a:avLst>
          </a:prstGeom>
          <a:solidFill>
            <a:srgbClr val="D7EEFA">
              <a:alpha val="85000"/>
            </a:srgbClr>
          </a:solidFill>
          <a:ln w="8890">
            <a:solidFill>
              <a:srgbClr val="9ED0EC"/>
            </a:solidFill>
            <a:prstDash val="solid"/>
          </a:ln>
        </p:spPr>
      </p:sp>
      <p:sp>
        <p:nvSpPr>
          <p:cNvPr id="20" name="Text 18"/>
          <p:cNvSpPr/>
          <p:nvPr/>
        </p:nvSpPr>
        <p:spPr>
          <a:xfrm>
            <a:off x="2871216" y="1019556"/>
            <a:ext cx="1865376" cy="137160"/>
          </a:xfrm>
          <a:prstGeom prst="rect">
            <a:avLst/>
          </a:prstGeom>
          <a:noFill/>
          <a:ln/>
        </p:spPr>
        <p:txBody>
          <a:bodyPr wrap="square" lIns="0" tIns="0" rIns="0" bIns="0" rtlCol="0" anchor="ctr"/>
          <a:lstStyle/>
          <a:p>
            <a:pPr algn="ctr" indent="0" marL="0">
              <a:buNone/>
            </a:pPr>
            <a:r>
              <a:rPr lang="en-US" sz="720" dirty="0">
                <a:solidFill>
                  <a:srgbClr val="5B7382"/>
                </a:solidFill>
                <a:latin typeface="Noto Sans Mono" pitchFamily="34" charset="0"/>
                <a:ea typeface="Noto Sans Mono" pitchFamily="34" charset="-122"/>
                <a:cs typeface="Noto Sans Mono" pitchFamily="34" charset="-120"/>
              </a:rPr>
              <a:t>II  Diagnóstico</a:t>
            </a:r>
            <a:endParaRPr lang="en-US" sz="720" dirty="0"/>
          </a:p>
        </p:txBody>
      </p:sp>
      <p:sp>
        <p:nvSpPr>
          <p:cNvPr id="21" name="Shape 19"/>
          <p:cNvSpPr/>
          <p:nvPr/>
        </p:nvSpPr>
        <p:spPr>
          <a:xfrm>
            <a:off x="5010912" y="932688"/>
            <a:ext cx="2011680" cy="347472"/>
          </a:xfrm>
          <a:prstGeom prst="roundRect">
            <a:avLst>
              <a:gd name="adj" fmla="val 10526"/>
            </a:avLst>
          </a:prstGeom>
          <a:solidFill>
            <a:srgbClr val="D7EEFA">
              <a:alpha val="85000"/>
            </a:srgbClr>
          </a:solidFill>
          <a:ln w="8890">
            <a:solidFill>
              <a:srgbClr val="9ED0EC"/>
            </a:solidFill>
            <a:prstDash val="solid"/>
          </a:ln>
        </p:spPr>
      </p:sp>
      <p:sp>
        <p:nvSpPr>
          <p:cNvPr id="22" name="Text 20"/>
          <p:cNvSpPr/>
          <p:nvPr/>
        </p:nvSpPr>
        <p:spPr>
          <a:xfrm>
            <a:off x="5084064" y="1019556"/>
            <a:ext cx="1865376" cy="137160"/>
          </a:xfrm>
          <a:prstGeom prst="rect">
            <a:avLst/>
          </a:prstGeom>
          <a:noFill/>
          <a:ln/>
        </p:spPr>
        <p:txBody>
          <a:bodyPr wrap="square" lIns="0" tIns="0" rIns="0" bIns="0" rtlCol="0" anchor="ctr"/>
          <a:lstStyle/>
          <a:p>
            <a:pPr algn="ctr" indent="0" marL="0">
              <a:buNone/>
            </a:pPr>
            <a:r>
              <a:rPr lang="en-US" sz="720" dirty="0">
                <a:solidFill>
                  <a:srgbClr val="5B7382"/>
                </a:solidFill>
                <a:latin typeface="Noto Sans Mono" pitchFamily="34" charset="0"/>
                <a:ea typeface="Noto Sans Mono" pitchFamily="34" charset="-122"/>
                <a:cs typeface="Noto Sans Mono" pitchFamily="34" charset="-120"/>
              </a:rPr>
              <a:t>III  Fundamentos</a:t>
            </a:r>
            <a:endParaRPr lang="en-US" sz="720" dirty="0"/>
          </a:p>
        </p:txBody>
      </p:sp>
      <p:sp>
        <p:nvSpPr>
          <p:cNvPr id="23" name="Shape 21"/>
          <p:cNvSpPr/>
          <p:nvPr/>
        </p:nvSpPr>
        <p:spPr>
          <a:xfrm>
            <a:off x="7223760" y="932688"/>
            <a:ext cx="2011680" cy="347472"/>
          </a:xfrm>
          <a:prstGeom prst="roundRect">
            <a:avLst>
              <a:gd name="adj" fmla="val 10526"/>
            </a:avLst>
          </a:prstGeom>
          <a:solidFill>
            <a:srgbClr val="FFFFFF">
              <a:alpha val="98000"/>
            </a:srgbClr>
          </a:solidFill>
          <a:ln w="8890">
            <a:solidFill>
              <a:srgbClr val="FFFFFF"/>
            </a:solidFill>
            <a:prstDash val="solid"/>
          </a:ln>
        </p:spPr>
      </p:sp>
      <p:sp>
        <p:nvSpPr>
          <p:cNvPr id="24" name="Text 22"/>
          <p:cNvSpPr/>
          <p:nvPr/>
        </p:nvSpPr>
        <p:spPr>
          <a:xfrm>
            <a:off x="7296912" y="1019556"/>
            <a:ext cx="1865376" cy="137160"/>
          </a:xfrm>
          <a:prstGeom prst="rect">
            <a:avLst/>
          </a:prstGeom>
          <a:noFill/>
          <a:ln/>
        </p:spPr>
        <p:txBody>
          <a:bodyPr wrap="square" lIns="0" tIns="0" rIns="0" bIns="0" rtlCol="0" anchor="ctr"/>
          <a:lstStyle/>
          <a:p>
            <a:pPr algn="ctr" indent="0" marL="0">
              <a:buNone/>
            </a:pPr>
            <a:r>
              <a:rPr lang="en-US" sz="720" b="1" dirty="0">
                <a:solidFill>
                  <a:srgbClr val="194C6C"/>
                </a:solidFill>
                <a:latin typeface="Noto Sans Mono" pitchFamily="34" charset="0"/>
                <a:ea typeface="Noto Sans Mono" pitchFamily="34" charset="-122"/>
                <a:cs typeface="Noto Sans Mono" pitchFamily="34" charset="-120"/>
              </a:rPr>
              <a:t>IV  Desarrollo</a:t>
            </a:r>
            <a:endParaRPr lang="en-US" sz="720" dirty="0"/>
          </a:p>
        </p:txBody>
      </p:sp>
      <p:sp>
        <p:nvSpPr>
          <p:cNvPr id="25" name="Shape 23"/>
          <p:cNvSpPr/>
          <p:nvPr/>
        </p:nvSpPr>
        <p:spPr>
          <a:xfrm>
            <a:off x="9436608" y="932688"/>
            <a:ext cx="2011680" cy="347472"/>
          </a:xfrm>
          <a:prstGeom prst="roundRect">
            <a:avLst>
              <a:gd name="adj" fmla="val 10526"/>
            </a:avLst>
          </a:prstGeom>
          <a:solidFill>
            <a:srgbClr val="D7EEFA">
              <a:alpha val="85000"/>
            </a:srgbClr>
          </a:solidFill>
          <a:ln w="8890">
            <a:solidFill>
              <a:srgbClr val="9ED0EC"/>
            </a:solidFill>
            <a:prstDash val="solid"/>
          </a:ln>
        </p:spPr>
      </p:sp>
      <p:sp>
        <p:nvSpPr>
          <p:cNvPr id="26" name="Text 24"/>
          <p:cNvSpPr/>
          <p:nvPr/>
        </p:nvSpPr>
        <p:spPr>
          <a:xfrm>
            <a:off x="9509760" y="1019556"/>
            <a:ext cx="1865376" cy="137160"/>
          </a:xfrm>
          <a:prstGeom prst="rect">
            <a:avLst/>
          </a:prstGeom>
          <a:noFill/>
          <a:ln/>
        </p:spPr>
        <p:txBody>
          <a:bodyPr wrap="square" lIns="0" tIns="0" rIns="0" bIns="0" rtlCol="0" anchor="ctr"/>
          <a:lstStyle/>
          <a:p>
            <a:pPr algn="ctr" indent="0" marL="0">
              <a:buNone/>
            </a:pPr>
            <a:r>
              <a:rPr lang="en-US" sz="720" dirty="0">
                <a:solidFill>
                  <a:srgbClr val="5B7382"/>
                </a:solidFill>
                <a:latin typeface="Noto Sans Mono" pitchFamily="34" charset="0"/>
                <a:ea typeface="Noto Sans Mono" pitchFamily="34" charset="-122"/>
                <a:cs typeface="Noto Sans Mono" pitchFamily="34" charset="-120"/>
              </a:rPr>
              <a:t>V  Resultados</a:t>
            </a:r>
            <a:endParaRPr lang="en-US" sz="720" dirty="0"/>
          </a:p>
        </p:txBody>
      </p:sp>
      <p:sp>
        <p:nvSpPr>
          <p:cNvPr id="27" name="Shape 25"/>
          <p:cNvSpPr/>
          <p:nvPr/>
        </p:nvSpPr>
        <p:spPr>
          <a:xfrm>
            <a:off x="402336" y="6236208"/>
            <a:ext cx="11384280" cy="246888"/>
          </a:xfrm>
          <a:prstGeom prst="roundRect">
            <a:avLst>
              <a:gd name="adj" fmla="val 12963"/>
            </a:avLst>
          </a:prstGeom>
          <a:solidFill>
            <a:srgbClr val="D7EEFA">
              <a:alpha val="88000"/>
            </a:srgbClr>
          </a:solidFill>
          <a:ln w="7620">
            <a:solidFill>
              <a:srgbClr val="9ED0EC"/>
            </a:solidFill>
            <a:prstDash val="solid"/>
          </a:ln>
        </p:spPr>
      </p:sp>
      <p:sp>
        <p:nvSpPr>
          <p:cNvPr id="28" name="Shape 26"/>
          <p:cNvSpPr/>
          <p:nvPr/>
        </p:nvSpPr>
        <p:spPr>
          <a:xfrm>
            <a:off x="576072" y="6304788"/>
            <a:ext cx="109728" cy="109728"/>
          </a:xfrm>
          <a:prstGeom prst="ellipse">
            <a:avLst/>
          </a:prstGeom>
          <a:solidFill>
            <a:srgbClr val="72C81D"/>
          </a:solidFill>
          <a:ln w="6350">
            <a:solidFill>
              <a:srgbClr val="438C0D"/>
            </a:solidFill>
            <a:prstDash val="solid"/>
          </a:ln>
        </p:spPr>
      </p:sp>
      <p:sp>
        <p:nvSpPr>
          <p:cNvPr id="29" name="Text 27"/>
          <p:cNvSpPr/>
          <p:nvPr/>
        </p:nvSpPr>
        <p:spPr>
          <a:xfrm>
            <a:off x="768096" y="6286500"/>
            <a:ext cx="8961120" cy="118872"/>
          </a:xfrm>
          <a:prstGeom prst="rect">
            <a:avLst/>
          </a:prstGeom>
          <a:noFill/>
          <a:ln/>
        </p:spPr>
        <p:txBody>
          <a:bodyPr wrap="square" lIns="0" tIns="0" rIns="0" bIns="0" rtlCol="0" anchor="ctr"/>
          <a:lstStyle/>
          <a:p>
            <a:pPr indent="0" marL="0">
              <a:buNone/>
            </a:pPr>
            <a:r>
              <a:rPr lang="en-US" sz="680" dirty="0">
                <a:solidFill>
                  <a:srgbClr val="194C6C"/>
                </a:solidFill>
                <a:latin typeface="Noto Sans Mono" pitchFamily="34" charset="0"/>
                <a:ea typeface="Noto Sans Mono" pitchFamily="34" charset="-122"/>
                <a:cs typeface="Noto Sans Mono" pitchFamily="34" charset="-120"/>
              </a:rPr>
              <a:t>BaseAccess en ejecución · arquitectura local</a:t>
            </a:r>
            <a:endParaRPr lang="en-US" sz="680" dirty="0"/>
          </a:p>
        </p:txBody>
      </p:sp>
      <p:sp>
        <p:nvSpPr>
          <p:cNvPr id="30" name="Text 28"/>
          <p:cNvSpPr/>
          <p:nvPr/>
        </p:nvSpPr>
        <p:spPr>
          <a:xfrm>
            <a:off x="10652760" y="6281928"/>
            <a:ext cx="822960" cy="128016"/>
          </a:xfrm>
          <a:prstGeom prst="rect">
            <a:avLst/>
          </a:prstGeom>
          <a:noFill/>
          <a:ln/>
        </p:spPr>
        <p:txBody>
          <a:bodyPr wrap="square" lIns="0" tIns="0" rIns="0" bIns="0" rtlCol="0" anchor="ctr"/>
          <a:lstStyle/>
          <a:p>
            <a:pPr algn="r" indent="0" marL="0">
              <a:buNone/>
            </a:pPr>
            <a:r>
              <a:rPr lang="en-US" sz="680" b="1" dirty="0">
                <a:solidFill>
                  <a:srgbClr val="194C6C"/>
                </a:solidFill>
                <a:latin typeface="Noto Sans Mono" pitchFamily="34" charset="0"/>
                <a:ea typeface="Noto Sans Mono" pitchFamily="34" charset="-122"/>
                <a:cs typeface="Noto Sans Mono" pitchFamily="34" charset="-120"/>
              </a:rPr>
              <a:t>08 / 10</a:t>
            </a:r>
            <a:endParaRPr lang="en-US" sz="680" dirty="0"/>
          </a:p>
        </p:txBody>
      </p:sp>
      <p:sp>
        <p:nvSpPr>
          <p:cNvPr id="31" name="Text 29"/>
          <p:cNvSpPr/>
          <p:nvPr/>
        </p:nvSpPr>
        <p:spPr>
          <a:xfrm>
            <a:off x="658368" y="1417320"/>
            <a:ext cx="7132320" cy="182880"/>
          </a:xfrm>
          <a:prstGeom prst="rect">
            <a:avLst/>
          </a:prstGeom>
          <a:noFill/>
          <a:ln/>
        </p:spPr>
        <p:txBody>
          <a:bodyPr wrap="square" lIns="0" tIns="0" rIns="0" bIns="0" rtlCol="0" anchor="ctr"/>
          <a:lstStyle/>
          <a:p>
            <a:pPr indent="0" marL="0">
              <a:buNone/>
            </a:pPr>
            <a:r>
              <a:rPr lang="en-US" sz="800" b="1" spc="90" kern="0" dirty="0">
                <a:solidFill>
                  <a:srgbClr val="1F84D0"/>
                </a:solidFill>
                <a:latin typeface="Noto Sans Mono" pitchFamily="34" charset="0"/>
                <a:ea typeface="Noto Sans Mono" pitchFamily="34" charset="-122"/>
                <a:cs typeface="Noto Sans Mono" pitchFamily="34" charset="-120"/>
              </a:rPr>
              <a:t>CAPÍTULO IV · RESULTADO TÉCNICO</a:t>
            </a:r>
            <a:endParaRPr lang="en-US" sz="800" dirty="0"/>
          </a:p>
        </p:txBody>
      </p:sp>
      <p:sp>
        <p:nvSpPr>
          <p:cNvPr id="32" name="Text 30"/>
          <p:cNvSpPr/>
          <p:nvPr/>
        </p:nvSpPr>
        <p:spPr>
          <a:xfrm>
            <a:off x="658368" y="1627632"/>
            <a:ext cx="10835640" cy="585216"/>
          </a:xfrm>
          <a:prstGeom prst="rect">
            <a:avLst/>
          </a:prstGeom>
          <a:noFill/>
          <a:ln/>
        </p:spPr>
        <p:txBody>
          <a:bodyPr wrap="square" lIns="0" tIns="0" rIns="0" bIns="0" rtlCol="0" anchor="ctr"/>
          <a:lstStyle/>
          <a:p>
            <a:pPr indent="0" marL="0">
              <a:buNone/>
            </a:pPr>
            <a:r>
              <a:rPr lang="en-US" sz="2900" b="1" dirty="0">
                <a:solidFill>
                  <a:srgbClr val="17384D"/>
                </a:solidFill>
                <a:latin typeface="Trebuchet MS" pitchFamily="34" charset="0"/>
                <a:ea typeface="Trebuchet MS" pitchFamily="34" charset="-122"/>
                <a:cs typeface="Trebuchet MS" pitchFamily="34" charset="-120"/>
              </a:rPr>
              <a:t>BaseAccess · prototipo funcional</a:t>
            </a:r>
            <a:endParaRPr lang="en-US" sz="2900" dirty="0"/>
          </a:p>
        </p:txBody>
      </p:sp>
      <p:sp>
        <p:nvSpPr>
          <p:cNvPr id="33" name="Text 31"/>
          <p:cNvSpPr/>
          <p:nvPr/>
        </p:nvSpPr>
        <p:spPr>
          <a:xfrm>
            <a:off x="676656" y="2212848"/>
            <a:ext cx="10515600" cy="256032"/>
          </a:xfrm>
          <a:prstGeom prst="rect">
            <a:avLst/>
          </a:prstGeom>
          <a:noFill/>
          <a:ln/>
        </p:spPr>
        <p:txBody>
          <a:bodyPr wrap="square" lIns="0" tIns="0" rIns="0" bIns="0" rtlCol="0" anchor="ctr"/>
          <a:lstStyle/>
          <a:p>
            <a:pPr indent="0" marL="0">
              <a:buNone/>
            </a:pPr>
            <a:r>
              <a:rPr lang="en-US" sz="1050" dirty="0">
                <a:solidFill>
                  <a:srgbClr val="5B7382"/>
                </a:solidFill>
                <a:latin typeface="Noto Sans" pitchFamily="34" charset="0"/>
                <a:ea typeface="Noto Sans" pitchFamily="34" charset="-122"/>
                <a:cs typeface="Noto Sans" pitchFamily="34" charset="-120"/>
              </a:rPr>
              <a:t>Una aplicación de escritorio que conserva el historial verificable del expediente.</a:t>
            </a:r>
            <a:endParaRPr lang="en-US" sz="1050" dirty="0"/>
          </a:p>
        </p:txBody>
      </p:sp>
      <p:sp>
        <p:nvSpPr>
          <p:cNvPr id="34" name="Shape 32"/>
          <p:cNvSpPr/>
          <p:nvPr/>
        </p:nvSpPr>
        <p:spPr>
          <a:xfrm>
            <a:off x="914400" y="2487168"/>
            <a:ext cx="2971800" cy="384048"/>
          </a:xfrm>
          <a:prstGeom prst="roundRect">
            <a:avLst>
              <a:gd name="adj" fmla="val 19048"/>
            </a:avLst>
          </a:prstGeom>
          <a:solidFill>
            <a:srgbClr val="1F84D0"/>
          </a:solidFill>
          <a:ln w="8890">
            <a:solidFill>
              <a:srgbClr val="1F84D0"/>
            </a:solidFill>
            <a:prstDash val="solid"/>
          </a:ln>
        </p:spPr>
      </p:sp>
      <p:sp>
        <p:nvSpPr>
          <p:cNvPr id="35" name="Shape 33"/>
          <p:cNvSpPr/>
          <p:nvPr/>
        </p:nvSpPr>
        <p:spPr>
          <a:xfrm>
            <a:off x="960120" y="2523744"/>
            <a:ext cx="2880360" cy="130576"/>
          </a:xfrm>
          <a:prstGeom prst="roundRect">
            <a:avLst>
              <a:gd name="adj" fmla="val 35014"/>
            </a:avLst>
          </a:prstGeom>
          <a:solidFill>
            <a:srgbClr val="FFFFFF">
              <a:alpha val="45000"/>
            </a:srgbClr>
          </a:solidFill>
          <a:ln w="12700">
            <a:solidFill>
              <a:srgbClr val="FFFFFF">
                <a:alpha val="0"/>
              </a:srgbClr>
            </a:solidFill>
            <a:prstDash val="solid"/>
          </a:ln>
        </p:spPr>
      </p:sp>
      <p:sp>
        <p:nvSpPr>
          <p:cNvPr id="36" name="Text 34"/>
          <p:cNvSpPr/>
          <p:nvPr/>
        </p:nvSpPr>
        <p:spPr>
          <a:xfrm>
            <a:off x="1005840" y="2578608"/>
            <a:ext cx="278892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Noto Sans Mono" pitchFamily="34" charset="0"/>
                <a:ea typeface="Noto Sans Mono" pitchFamily="34" charset="-122"/>
                <a:cs typeface="Noto Sans Mono" pitchFamily="34" charset="-120"/>
              </a:rPr>
              <a:t>APLICACIÓN DE ESCRITORIO</a:t>
            </a:r>
            <a:endParaRPr lang="en-US" sz="850" dirty="0"/>
          </a:p>
        </p:txBody>
      </p:sp>
      <p:sp>
        <p:nvSpPr>
          <p:cNvPr id="37" name="Shape 35"/>
          <p:cNvSpPr/>
          <p:nvPr/>
        </p:nvSpPr>
        <p:spPr>
          <a:xfrm>
            <a:off x="4608576" y="2487168"/>
            <a:ext cx="2971800" cy="384048"/>
          </a:xfrm>
          <a:prstGeom prst="roundRect">
            <a:avLst>
              <a:gd name="adj" fmla="val 19048"/>
            </a:avLst>
          </a:prstGeom>
          <a:solidFill>
            <a:srgbClr val="72C81D"/>
          </a:solidFill>
          <a:ln w="8890">
            <a:solidFill>
              <a:srgbClr val="72C81D"/>
            </a:solidFill>
            <a:prstDash val="solid"/>
          </a:ln>
        </p:spPr>
      </p:sp>
      <p:sp>
        <p:nvSpPr>
          <p:cNvPr id="38" name="Shape 36"/>
          <p:cNvSpPr/>
          <p:nvPr/>
        </p:nvSpPr>
        <p:spPr>
          <a:xfrm>
            <a:off x="4654296" y="2523744"/>
            <a:ext cx="2880360" cy="130576"/>
          </a:xfrm>
          <a:prstGeom prst="roundRect">
            <a:avLst>
              <a:gd name="adj" fmla="val 35014"/>
            </a:avLst>
          </a:prstGeom>
          <a:solidFill>
            <a:srgbClr val="FFFFFF">
              <a:alpha val="45000"/>
            </a:srgbClr>
          </a:solidFill>
          <a:ln w="12700">
            <a:solidFill>
              <a:srgbClr val="FFFFFF">
                <a:alpha val="0"/>
              </a:srgbClr>
            </a:solidFill>
            <a:prstDash val="solid"/>
          </a:ln>
        </p:spPr>
      </p:sp>
      <p:sp>
        <p:nvSpPr>
          <p:cNvPr id="39" name="Text 37"/>
          <p:cNvSpPr/>
          <p:nvPr/>
        </p:nvSpPr>
        <p:spPr>
          <a:xfrm>
            <a:off x="4700016" y="2578608"/>
            <a:ext cx="278892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Noto Sans Mono" pitchFamily="34" charset="0"/>
                <a:ea typeface="Noto Sans Mono" pitchFamily="34" charset="-122"/>
                <a:cs typeface="Noto Sans Mono" pitchFamily="34" charset="-120"/>
              </a:rPr>
              <a:t>WAILS + WEBVIEW2</a:t>
            </a:r>
            <a:endParaRPr lang="en-US" sz="850" dirty="0"/>
          </a:p>
        </p:txBody>
      </p:sp>
      <p:sp>
        <p:nvSpPr>
          <p:cNvPr id="40" name="Shape 38"/>
          <p:cNvSpPr/>
          <p:nvPr/>
        </p:nvSpPr>
        <p:spPr>
          <a:xfrm>
            <a:off x="8302752" y="2487168"/>
            <a:ext cx="2971800" cy="384048"/>
          </a:xfrm>
          <a:prstGeom prst="roundRect">
            <a:avLst>
              <a:gd name="adj" fmla="val 19048"/>
            </a:avLst>
          </a:prstGeom>
          <a:solidFill>
            <a:srgbClr val="1F84D0"/>
          </a:solidFill>
          <a:ln w="8890">
            <a:solidFill>
              <a:srgbClr val="1F84D0"/>
            </a:solidFill>
            <a:prstDash val="solid"/>
          </a:ln>
        </p:spPr>
      </p:sp>
      <p:sp>
        <p:nvSpPr>
          <p:cNvPr id="41" name="Shape 39"/>
          <p:cNvSpPr/>
          <p:nvPr/>
        </p:nvSpPr>
        <p:spPr>
          <a:xfrm>
            <a:off x="8348472" y="2523744"/>
            <a:ext cx="2880360" cy="130576"/>
          </a:xfrm>
          <a:prstGeom prst="roundRect">
            <a:avLst>
              <a:gd name="adj" fmla="val 35014"/>
            </a:avLst>
          </a:prstGeom>
          <a:solidFill>
            <a:srgbClr val="FFFFFF">
              <a:alpha val="45000"/>
            </a:srgbClr>
          </a:solidFill>
          <a:ln w="12700">
            <a:solidFill>
              <a:srgbClr val="FFFFFF">
                <a:alpha val="0"/>
              </a:srgbClr>
            </a:solidFill>
            <a:prstDash val="solid"/>
          </a:ln>
        </p:spPr>
      </p:sp>
      <p:sp>
        <p:nvSpPr>
          <p:cNvPr id="42" name="Text 40"/>
          <p:cNvSpPr/>
          <p:nvPr/>
        </p:nvSpPr>
        <p:spPr>
          <a:xfrm>
            <a:off x="8394192" y="2578608"/>
            <a:ext cx="278892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Noto Sans Mono" pitchFamily="34" charset="0"/>
                <a:ea typeface="Noto Sans Mono" pitchFamily="34" charset="-122"/>
                <a:cs typeface="Noto Sans Mono" pitchFamily="34" charset="-120"/>
              </a:rPr>
              <a:t>SQLITE LOCAL</a:t>
            </a:r>
            <a:endParaRPr lang="en-US" sz="850" dirty="0"/>
          </a:p>
        </p:txBody>
      </p:sp>
      <p:sp>
        <p:nvSpPr>
          <p:cNvPr id="43" name="Shape 41"/>
          <p:cNvSpPr/>
          <p:nvPr/>
        </p:nvSpPr>
        <p:spPr>
          <a:xfrm>
            <a:off x="685800" y="3063240"/>
            <a:ext cx="10808208" cy="1600200"/>
          </a:xfrm>
          <a:prstGeom prst="roundRect">
            <a:avLst>
              <a:gd name="adj" fmla="val 2857"/>
            </a:avLst>
          </a:prstGeom>
          <a:solidFill>
            <a:srgbClr val="FFFFFF"/>
          </a:solidFill>
          <a:ln w="12700">
            <a:solidFill>
              <a:srgbClr val="FFFFFF"/>
            </a:solidFill>
            <a:prstDash val="solid"/>
          </a:ln>
        </p:spPr>
      </p:sp>
      <p:sp>
        <p:nvSpPr>
          <p:cNvPr id="44" name="Text 42"/>
          <p:cNvSpPr/>
          <p:nvPr/>
        </p:nvSpPr>
        <p:spPr>
          <a:xfrm>
            <a:off x="832104" y="3172968"/>
            <a:ext cx="10515600" cy="164592"/>
          </a:xfrm>
          <a:prstGeom prst="rect">
            <a:avLst/>
          </a:prstGeom>
          <a:noFill/>
          <a:ln/>
        </p:spPr>
        <p:txBody>
          <a:bodyPr wrap="square" lIns="0" tIns="0" rIns="0" bIns="0" rtlCol="0" anchor="ctr"/>
          <a:lstStyle/>
          <a:p>
            <a:pPr indent="0" marL="0">
              <a:buNone/>
            </a:pPr>
            <a:r>
              <a:rPr lang="en-US" sz="700" b="1" spc="70" kern="0" dirty="0">
                <a:solidFill>
                  <a:srgbClr val="8F1D2C"/>
                </a:solidFill>
                <a:latin typeface="Noto Sans Mono" pitchFamily="34" charset="0"/>
                <a:ea typeface="Noto Sans Mono" pitchFamily="34" charset="-122"/>
                <a:cs typeface="Noto Sans Mono" pitchFamily="34" charset="-120"/>
              </a:rPr>
              <a:t>ARQUITECTURA LÓGICA</a:t>
            </a:r>
            <a:endParaRPr lang="en-US" sz="700" dirty="0"/>
          </a:p>
        </p:txBody>
      </p:sp>
      <p:pic>
        <p:nvPicPr>
          <p:cNvPr id="45" name="Image 0" descr="/home/user/Documentos/tarea_pasantia/juliano/imagenes/06_arquitectura_prototipo.png">    </p:cNvPr>
          <p:cNvPicPr>
            <a:picLocks noChangeAspect="1"/>
          </p:cNvPicPr>
          <p:nvPr/>
        </p:nvPicPr>
        <p:blipFill>
          <a:blip r:embed="rId1"/>
          <a:stretch>
            <a:fillRect/>
          </a:stretch>
        </p:blipFill>
        <p:spPr>
          <a:xfrm>
            <a:off x="2627077" y="3410712"/>
            <a:ext cx="6925654" cy="1106424"/>
          </a:xfrm>
          <a:prstGeom prst="rect">
            <a:avLst/>
          </a:prstGeom>
        </p:spPr>
      </p:pic>
      <p:sp>
        <p:nvSpPr>
          <p:cNvPr id="46" name="Shape 43"/>
          <p:cNvSpPr/>
          <p:nvPr/>
        </p:nvSpPr>
        <p:spPr>
          <a:xfrm>
            <a:off x="914400" y="4956048"/>
            <a:ext cx="2423160" cy="658368"/>
          </a:xfrm>
          <a:prstGeom prst="roundRect">
            <a:avLst>
              <a:gd name="adj" fmla="val 6944"/>
            </a:avLst>
          </a:prstGeom>
          <a:solidFill>
            <a:srgbClr val="FFFFFF">
              <a:alpha val="96000"/>
            </a:srgbClr>
          </a:solidFill>
          <a:ln w="13970">
            <a:solidFill>
              <a:srgbClr val="FFFFFF"/>
            </a:solidFill>
            <a:prstDash val="solid"/>
          </a:ln>
        </p:spPr>
      </p:sp>
      <p:sp>
        <p:nvSpPr>
          <p:cNvPr id="47" name="Shape 44"/>
          <p:cNvSpPr/>
          <p:nvPr/>
        </p:nvSpPr>
        <p:spPr>
          <a:xfrm>
            <a:off x="932688" y="4974336"/>
            <a:ext cx="2386584" cy="128016"/>
          </a:xfrm>
          <a:prstGeom prst="roundRect">
            <a:avLst>
              <a:gd name="adj" fmla="val 28571"/>
            </a:avLst>
          </a:prstGeom>
          <a:solidFill>
            <a:srgbClr val="FFFFFF">
              <a:alpha val="52000"/>
            </a:srgbClr>
          </a:solidFill>
          <a:ln w="12700">
            <a:solidFill>
              <a:srgbClr val="FFFFFF">
                <a:alpha val="0"/>
              </a:srgbClr>
            </a:solidFill>
            <a:prstDash val="solid"/>
          </a:ln>
        </p:spPr>
      </p:sp>
      <p:sp>
        <p:nvSpPr>
          <p:cNvPr id="48" name="Shape 45"/>
          <p:cNvSpPr/>
          <p:nvPr/>
        </p:nvSpPr>
        <p:spPr>
          <a:xfrm>
            <a:off x="914400" y="4956048"/>
            <a:ext cx="64008" cy="658368"/>
          </a:xfrm>
          <a:prstGeom prst="rect">
            <a:avLst/>
          </a:prstGeom>
          <a:solidFill>
            <a:srgbClr val="1F84D0"/>
          </a:solidFill>
          <a:ln w="12700">
            <a:solidFill>
              <a:srgbClr val="1F84D0"/>
            </a:solidFill>
            <a:prstDash val="solid"/>
          </a:ln>
        </p:spPr>
      </p:sp>
      <p:sp>
        <p:nvSpPr>
          <p:cNvPr id="49" name="Text 46"/>
          <p:cNvSpPr/>
          <p:nvPr/>
        </p:nvSpPr>
        <p:spPr>
          <a:xfrm>
            <a:off x="1097280" y="5065776"/>
            <a:ext cx="2093976" cy="438912"/>
          </a:xfrm>
          <a:prstGeom prst="rect">
            <a:avLst/>
          </a:prstGeom>
          <a:noFill/>
          <a:ln/>
        </p:spPr>
        <p:txBody>
          <a:bodyPr wrap="square" lIns="0" tIns="0" rIns="0" bIns="0" rtlCol="0" anchor="ctr"/>
          <a:lstStyle/>
          <a:p>
            <a:pPr algn="ctr" indent="0" marL="0">
              <a:buNone/>
            </a:pPr>
            <a:r>
              <a:rPr lang="en-US" sz="700" b="1" spc="80" kern="0" dirty="0">
                <a:solidFill>
                  <a:srgbClr val="1F84D0"/>
                </a:solidFill>
                <a:latin typeface="Noto Sans Mono" pitchFamily="34" charset="0"/>
                <a:ea typeface="Noto Sans Mono" pitchFamily="34" charset="-122"/>
                <a:cs typeface="Noto Sans Mono" pitchFamily="34" charset="-120"/>
              </a:rPr>
              <a:t>MÓDULO 1</a:t>
            </a:r>
            <a:endParaRPr lang="en-US" sz="700" dirty="0"/>
          </a:p>
          <a:p>
            <a:pPr algn="ctr" indent="0" marL="0">
              <a:buNone/>
            </a:pPr>
            <a:r>
              <a:rPr lang="en-US" sz="1450" b="1" dirty="0">
                <a:solidFill>
                  <a:srgbClr val="17384D"/>
                </a:solidFill>
                <a:latin typeface="Trebuchet MS" pitchFamily="34" charset="0"/>
                <a:ea typeface="Trebuchet MS" pitchFamily="34" charset="-122"/>
                <a:cs typeface="Trebuchet MS" pitchFamily="34" charset="-120"/>
              </a:rPr>
              <a:t>Registro</a:t>
            </a:r>
            <a:endParaRPr lang="en-US" sz="700" dirty="0"/>
          </a:p>
        </p:txBody>
      </p:sp>
      <p:sp>
        <p:nvSpPr>
          <p:cNvPr id="50" name="Shape 47"/>
          <p:cNvSpPr/>
          <p:nvPr/>
        </p:nvSpPr>
        <p:spPr>
          <a:xfrm>
            <a:off x="3657600" y="4956048"/>
            <a:ext cx="2423160" cy="658368"/>
          </a:xfrm>
          <a:prstGeom prst="roundRect">
            <a:avLst>
              <a:gd name="adj" fmla="val 6944"/>
            </a:avLst>
          </a:prstGeom>
          <a:solidFill>
            <a:srgbClr val="FFFFFF">
              <a:alpha val="96000"/>
            </a:srgbClr>
          </a:solidFill>
          <a:ln w="13970">
            <a:solidFill>
              <a:srgbClr val="FFFFFF"/>
            </a:solidFill>
            <a:prstDash val="solid"/>
          </a:ln>
        </p:spPr>
      </p:sp>
      <p:sp>
        <p:nvSpPr>
          <p:cNvPr id="51" name="Shape 48"/>
          <p:cNvSpPr/>
          <p:nvPr/>
        </p:nvSpPr>
        <p:spPr>
          <a:xfrm>
            <a:off x="3675888" y="4974336"/>
            <a:ext cx="2386584" cy="128016"/>
          </a:xfrm>
          <a:prstGeom prst="roundRect">
            <a:avLst>
              <a:gd name="adj" fmla="val 28571"/>
            </a:avLst>
          </a:prstGeom>
          <a:solidFill>
            <a:srgbClr val="FFFFFF">
              <a:alpha val="52000"/>
            </a:srgbClr>
          </a:solidFill>
          <a:ln w="12700">
            <a:solidFill>
              <a:srgbClr val="FFFFFF">
                <a:alpha val="0"/>
              </a:srgbClr>
            </a:solidFill>
            <a:prstDash val="solid"/>
          </a:ln>
        </p:spPr>
      </p:sp>
      <p:sp>
        <p:nvSpPr>
          <p:cNvPr id="52" name="Shape 49"/>
          <p:cNvSpPr/>
          <p:nvPr/>
        </p:nvSpPr>
        <p:spPr>
          <a:xfrm>
            <a:off x="3657600" y="4956048"/>
            <a:ext cx="64008" cy="658368"/>
          </a:xfrm>
          <a:prstGeom prst="rect">
            <a:avLst/>
          </a:prstGeom>
          <a:solidFill>
            <a:srgbClr val="1F84D0"/>
          </a:solidFill>
          <a:ln w="12700">
            <a:solidFill>
              <a:srgbClr val="1F84D0"/>
            </a:solidFill>
            <a:prstDash val="solid"/>
          </a:ln>
        </p:spPr>
      </p:sp>
      <p:sp>
        <p:nvSpPr>
          <p:cNvPr id="53" name="Text 50"/>
          <p:cNvSpPr/>
          <p:nvPr/>
        </p:nvSpPr>
        <p:spPr>
          <a:xfrm>
            <a:off x="3840480" y="5065776"/>
            <a:ext cx="2093976" cy="438912"/>
          </a:xfrm>
          <a:prstGeom prst="rect">
            <a:avLst/>
          </a:prstGeom>
          <a:noFill/>
          <a:ln/>
        </p:spPr>
        <p:txBody>
          <a:bodyPr wrap="square" lIns="0" tIns="0" rIns="0" bIns="0" rtlCol="0" anchor="ctr"/>
          <a:lstStyle/>
          <a:p>
            <a:pPr algn="ctr" indent="0" marL="0">
              <a:buNone/>
            </a:pPr>
            <a:r>
              <a:rPr lang="en-US" sz="700" b="1" spc="80" kern="0" dirty="0">
                <a:solidFill>
                  <a:srgbClr val="1F84D0"/>
                </a:solidFill>
                <a:latin typeface="Noto Sans Mono" pitchFamily="34" charset="0"/>
                <a:ea typeface="Noto Sans Mono" pitchFamily="34" charset="-122"/>
                <a:cs typeface="Noto Sans Mono" pitchFamily="34" charset="-120"/>
              </a:rPr>
              <a:t>MÓDULO 2</a:t>
            </a:r>
            <a:endParaRPr lang="en-US" sz="700" dirty="0"/>
          </a:p>
          <a:p>
            <a:pPr algn="ctr" indent="0" marL="0">
              <a:buNone/>
            </a:pPr>
            <a:r>
              <a:rPr lang="en-US" sz="1450" b="1" dirty="0">
                <a:solidFill>
                  <a:srgbClr val="17384D"/>
                </a:solidFill>
                <a:latin typeface="Trebuchet MS" pitchFamily="34" charset="0"/>
                <a:ea typeface="Trebuchet MS" pitchFamily="34" charset="-122"/>
                <a:cs typeface="Trebuchet MS" pitchFamily="34" charset="-120"/>
              </a:rPr>
              <a:t>Consulta</a:t>
            </a:r>
            <a:endParaRPr lang="en-US" sz="700" dirty="0"/>
          </a:p>
        </p:txBody>
      </p:sp>
      <p:sp>
        <p:nvSpPr>
          <p:cNvPr id="54" name="Shape 51"/>
          <p:cNvSpPr/>
          <p:nvPr/>
        </p:nvSpPr>
        <p:spPr>
          <a:xfrm>
            <a:off x="6400800" y="4956048"/>
            <a:ext cx="2423160" cy="658368"/>
          </a:xfrm>
          <a:prstGeom prst="roundRect">
            <a:avLst>
              <a:gd name="adj" fmla="val 6944"/>
            </a:avLst>
          </a:prstGeom>
          <a:solidFill>
            <a:srgbClr val="EAF8DE">
              <a:alpha val="96000"/>
            </a:srgbClr>
          </a:solidFill>
          <a:ln w="13970">
            <a:solidFill>
              <a:srgbClr val="FFFFFF"/>
            </a:solidFill>
            <a:prstDash val="solid"/>
          </a:ln>
        </p:spPr>
      </p:sp>
      <p:sp>
        <p:nvSpPr>
          <p:cNvPr id="55" name="Shape 52"/>
          <p:cNvSpPr/>
          <p:nvPr/>
        </p:nvSpPr>
        <p:spPr>
          <a:xfrm>
            <a:off x="6419088" y="4974336"/>
            <a:ext cx="2386584" cy="128016"/>
          </a:xfrm>
          <a:prstGeom prst="roundRect">
            <a:avLst>
              <a:gd name="adj" fmla="val 28571"/>
            </a:avLst>
          </a:prstGeom>
          <a:solidFill>
            <a:srgbClr val="FFFFFF">
              <a:alpha val="52000"/>
            </a:srgbClr>
          </a:solidFill>
          <a:ln w="12700">
            <a:solidFill>
              <a:srgbClr val="FFFFFF">
                <a:alpha val="0"/>
              </a:srgbClr>
            </a:solidFill>
            <a:prstDash val="solid"/>
          </a:ln>
        </p:spPr>
      </p:sp>
      <p:sp>
        <p:nvSpPr>
          <p:cNvPr id="56" name="Shape 53"/>
          <p:cNvSpPr/>
          <p:nvPr/>
        </p:nvSpPr>
        <p:spPr>
          <a:xfrm>
            <a:off x="6400800" y="4956048"/>
            <a:ext cx="64008" cy="658368"/>
          </a:xfrm>
          <a:prstGeom prst="rect">
            <a:avLst/>
          </a:prstGeom>
          <a:solidFill>
            <a:srgbClr val="72C81D"/>
          </a:solidFill>
          <a:ln w="12700">
            <a:solidFill>
              <a:srgbClr val="72C81D"/>
            </a:solidFill>
            <a:prstDash val="solid"/>
          </a:ln>
        </p:spPr>
      </p:sp>
      <p:sp>
        <p:nvSpPr>
          <p:cNvPr id="57" name="Text 54"/>
          <p:cNvSpPr/>
          <p:nvPr/>
        </p:nvSpPr>
        <p:spPr>
          <a:xfrm>
            <a:off x="6583680" y="5065776"/>
            <a:ext cx="2093976" cy="438912"/>
          </a:xfrm>
          <a:prstGeom prst="rect">
            <a:avLst/>
          </a:prstGeom>
          <a:noFill/>
          <a:ln/>
        </p:spPr>
        <p:txBody>
          <a:bodyPr wrap="square" lIns="0" tIns="0" rIns="0" bIns="0" rtlCol="0" anchor="ctr"/>
          <a:lstStyle/>
          <a:p>
            <a:pPr algn="ctr" indent="0" marL="0">
              <a:buNone/>
            </a:pPr>
            <a:r>
              <a:rPr lang="en-US" sz="700" b="1" spc="80" kern="0" dirty="0">
                <a:solidFill>
                  <a:srgbClr val="72C81D"/>
                </a:solidFill>
                <a:latin typeface="Noto Sans Mono" pitchFamily="34" charset="0"/>
                <a:ea typeface="Noto Sans Mono" pitchFamily="34" charset="-122"/>
                <a:cs typeface="Noto Sans Mono" pitchFamily="34" charset="-120"/>
              </a:rPr>
              <a:t>MÓDULO 3</a:t>
            </a:r>
            <a:endParaRPr lang="en-US" sz="700" dirty="0"/>
          </a:p>
          <a:p>
            <a:pPr algn="ctr" indent="0" marL="0">
              <a:buNone/>
            </a:pPr>
            <a:r>
              <a:rPr lang="en-US" sz="1450" b="1" dirty="0">
                <a:solidFill>
                  <a:srgbClr val="17384D"/>
                </a:solidFill>
                <a:latin typeface="Trebuchet MS" pitchFamily="34" charset="0"/>
                <a:ea typeface="Trebuchet MS" pitchFamily="34" charset="-122"/>
                <a:cs typeface="Trebuchet MS" pitchFamily="34" charset="-120"/>
              </a:rPr>
              <a:t>Historial</a:t>
            </a:r>
            <a:endParaRPr lang="en-US" sz="700" dirty="0"/>
          </a:p>
        </p:txBody>
      </p:sp>
      <p:sp>
        <p:nvSpPr>
          <p:cNvPr id="58" name="Shape 55"/>
          <p:cNvSpPr/>
          <p:nvPr/>
        </p:nvSpPr>
        <p:spPr>
          <a:xfrm>
            <a:off x="9144000" y="4956048"/>
            <a:ext cx="2423160" cy="658368"/>
          </a:xfrm>
          <a:prstGeom prst="roundRect">
            <a:avLst>
              <a:gd name="adj" fmla="val 6944"/>
            </a:avLst>
          </a:prstGeom>
          <a:solidFill>
            <a:srgbClr val="FFFFFF">
              <a:alpha val="96000"/>
            </a:srgbClr>
          </a:solidFill>
          <a:ln w="13970">
            <a:solidFill>
              <a:srgbClr val="FFFFFF"/>
            </a:solidFill>
            <a:prstDash val="solid"/>
          </a:ln>
        </p:spPr>
      </p:sp>
      <p:sp>
        <p:nvSpPr>
          <p:cNvPr id="59" name="Shape 56"/>
          <p:cNvSpPr/>
          <p:nvPr/>
        </p:nvSpPr>
        <p:spPr>
          <a:xfrm>
            <a:off x="9162288" y="4974336"/>
            <a:ext cx="2386584" cy="128016"/>
          </a:xfrm>
          <a:prstGeom prst="roundRect">
            <a:avLst>
              <a:gd name="adj" fmla="val 28571"/>
            </a:avLst>
          </a:prstGeom>
          <a:solidFill>
            <a:srgbClr val="FFFFFF">
              <a:alpha val="52000"/>
            </a:srgbClr>
          </a:solidFill>
          <a:ln w="12700">
            <a:solidFill>
              <a:srgbClr val="FFFFFF">
                <a:alpha val="0"/>
              </a:srgbClr>
            </a:solidFill>
            <a:prstDash val="solid"/>
          </a:ln>
        </p:spPr>
      </p:sp>
      <p:sp>
        <p:nvSpPr>
          <p:cNvPr id="60" name="Shape 57"/>
          <p:cNvSpPr/>
          <p:nvPr/>
        </p:nvSpPr>
        <p:spPr>
          <a:xfrm>
            <a:off x="9144000" y="4956048"/>
            <a:ext cx="64008" cy="658368"/>
          </a:xfrm>
          <a:prstGeom prst="rect">
            <a:avLst/>
          </a:prstGeom>
          <a:solidFill>
            <a:srgbClr val="1F84D0"/>
          </a:solidFill>
          <a:ln w="12700">
            <a:solidFill>
              <a:srgbClr val="1F84D0"/>
            </a:solidFill>
            <a:prstDash val="solid"/>
          </a:ln>
        </p:spPr>
      </p:sp>
      <p:sp>
        <p:nvSpPr>
          <p:cNvPr id="61" name="Text 58"/>
          <p:cNvSpPr/>
          <p:nvPr/>
        </p:nvSpPr>
        <p:spPr>
          <a:xfrm>
            <a:off x="9326880" y="5065776"/>
            <a:ext cx="2093976" cy="438912"/>
          </a:xfrm>
          <a:prstGeom prst="rect">
            <a:avLst/>
          </a:prstGeom>
          <a:noFill/>
          <a:ln/>
        </p:spPr>
        <p:txBody>
          <a:bodyPr wrap="square" lIns="0" tIns="0" rIns="0" bIns="0" rtlCol="0" anchor="ctr"/>
          <a:lstStyle/>
          <a:p>
            <a:pPr algn="ctr" indent="0" marL="0">
              <a:buNone/>
            </a:pPr>
            <a:r>
              <a:rPr lang="en-US" sz="700" b="1" spc="80" kern="0" dirty="0">
                <a:solidFill>
                  <a:srgbClr val="1F84D0"/>
                </a:solidFill>
                <a:latin typeface="Noto Sans Mono" pitchFamily="34" charset="0"/>
                <a:ea typeface="Noto Sans Mono" pitchFamily="34" charset="-122"/>
                <a:cs typeface="Noto Sans Mono" pitchFamily="34" charset="-120"/>
              </a:rPr>
              <a:t>MÓDULO 4</a:t>
            </a:r>
            <a:endParaRPr lang="en-US" sz="700" dirty="0"/>
          </a:p>
          <a:p>
            <a:pPr algn="ctr" indent="0" marL="0">
              <a:buNone/>
            </a:pPr>
            <a:r>
              <a:rPr lang="en-US" sz="1450" b="1" dirty="0">
                <a:solidFill>
                  <a:srgbClr val="17384D"/>
                </a:solidFill>
                <a:latin typeface="Trebuchet MS" pitchFamily="34" charset="0"/>
                <a:ea typeface="Trebuchet MS" pitchFamily="34" charset="-122"/>
                <a:cs typeface="Trebuchet MS" pitchFamily="34" charset="-120"/>
              </a:rPr>
              <a:t>Reportes</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76B5E3"/>
        </a:solidFill>
      </p:bgPr>
    </p:bg>
    <p:spTree>
      <p:nvGrpSpPr>
        <p:cNvPr id="1" name=""/>
        <p:cNvGrpSpPr/>
        <p:nvPr/>
      </p:nvGrpSpPr>
      <p:grpSpPr>
        <a:xfrm>
          <a:off x="0" y="0"/>
          <a:ext cx="0" cy="0"/>
          <a:chOff x="0" y="0"/>
          <a:chExt cx="0" cy="0"/>
        </a:xfrm>
      </p:grpSpPr>
      <p:sp>
        <p:nvSpPr>
          <p:cNvPr id="2" name="Shape 0"/>
          <p:cNvSpPr/>
          <p:nvPr/>
        </p:nvSpPr>
        <p:spPr>
          <a:xfrm>
            <a:off x="-1005840" y="-1280160"/>
            <a:ext cx="6583680" cy="4754880"/>
          </a:xfrm>
          <a:prstGeom prst="ellipse">
            <a:avLst/>
          </a:prstGeom>
          <a:solidFill>
            <a:srgbClr val="DFF6FF">
              <a:alpha val="82000"/>
            </a:srgbClr>
          </a:solidFill>
          <a:ln w="12700">
            <a:solidFill>
              <a:srgbClr val="DFF6FF">
                <a:alpha val="0"/>
              </a:srgbClr>
            </a:solidFill>
            <a:prstDash val="solid"/>
          </a:ln>
        </p:spPr>
      </p:sp>
      <p:sp>
        <p:nvSpPr>
          <p:cNvPr id="3" name="Shape 1"/>
          <p:cNvSpPr/>
          <p:nvPr/>
        </p:nvSpPr>
        <p:spPr>
          <a:xfrm>
            <a:off x="7955280" y="4023360"/>
            <a:ext cx="5303520" cy="3657600"/>
          </a:xfrm>
          <a:prstGeom prst="ellipse">
            <a:avLst/>
          </a:prstGeom>
          <a:solidFill>
            <a:srgbClr val="B8E2F8">
              <a:alpha val="78000"/>
            </a:srgbClr>
          </a:solidFill>
          <a:ln w="12700">
            <a:solidFill>
              <a:srgbClr val="B8E2F8">
                <a:alpha val="0"/>
              </a:srgbClr>
            </a:solidFill>
            <a:prstDash val="solid"/>
          </a:ln>
        </p:spPr>
      </p:sp>
      <p:sp>
        <p:nvSpPr>
          <p:cNvPr id="4" name="Shape 2"/>
          <p:cNvSpPr/>
          <p:nvPr/>
        </p:nvSpPr>
        <p:spPr>
          <a:xfrm>
            <a:off x="256032" y="237744"/>
            <a:ext cx="11676888" cy="6382512"/>
          </a:xfrm>
          <a:prstGeom prst="roundRect">
            <a:avLst>
              <a:gd name="adj" fmla="val 1146"/>
            </a:avLst>
          </a:prstGeom>
          <a:solidFill>
            <a:srgbClr val="EDF9FF">
              <a:alpha val="96000"/>
            </a:srgbClr>
          </a:solidFill>
          <a:ln w="17780">
            <a:solidFill>
              <a:srgbClr val="FFFFFF"/>
            </a:solidFill>
            <a:prstDash val="solid"/>
          </a:ln>
        </p:spPr>
      </p:sp>
      <p:sp>
        <p:nvSpPr>
          <p:cNvPr id="5" name="Shape 3"/>
          <p:cNvSpPr/>
          <p:nvPr/>
        </p:nvSpPr>
        <p:spPr>
          <a:xfrm>
            <a:off x="384048" y="356616"/>
            <a:ext cx="11411712" cy="530352"/>
          </a:xfrm>
          <a:prstGeom prst="roundRect">
            <a:avLst>
              <a:gd name="adj" fmla="val 10345"/>
            </a:avLst>
          </a:prstGeom>
          <a:solidFill>
            <a:srgbClr val="1F84D0"/>
          </a:solidFill>
          <a:ln w="11430">
            <a:solidFill>
              <a:srgbClr val="146EA9"/>
            </a:solidFill>
            <a:prstDash val="solid"/>
          </a:ln>
        </p:spPr>
      </p:sp>
      <p:sp>
        <p:nvSpPr>
          <p:cNvPr id="6" name="Shape 4"/>
          <p:cNvSpPr/>
          <p:nvPr/>
        </p:nvSpPr>
        <p:spPr>
          <a:xfrm>
            <a:off x="484632" y="411480"/>
            <a:ext cx="11201400" cy="118872"/>
          </a:xfrm>
          <a:prstGeom prst="roundRect">
            <a:avLst>
              <a:gd name="adj" fmla="val 30769"/>
            </a:avLst>
          </a:prstGeom>
          <a:solidFill>
            <a:srgbClr val="FFFFFF">
              <a:alpha val="38000"/>
            </a:srgbClr>
          </a:solidFill>
          <a:ln w="12700">
            <a:solidFill>
              <a:srgbClr val="FFFFFF">
                <a:alpha val="0"/>
              </a:srgbClr>
            </a:solidFill>
            <a:prstDash val="solid"/>
          </a:ln>
        </p:spPr>
      </p:sp>
      <p:sp>
        <p:nvSpPr>
          <p:cNvPr id="7" name="Shape 5"/>
          <p:cNvSpPr/>
          <p:nvPr/>
        </p:nvSpPr>
        <p:spPr>
          <a:xfrm>
            <a:off x="557784" y="466344"/>
            <a:ext cx="256032" cy="256032"/>
          </a:xfrm>
          <a:prstGeom prst="ellipse">
            <a:avLst/>
          </a:prstGeom>
          <a:solidFill>
            <a:srgbClr val="42ABF5"/>
          </a:solidFill>
          <a:ln w="8890">
            <a:solidFill>
              <a:srgbClr val="FFFFFF"/>
            </a:solidFill>
            <a:prstDash val="solid"/>
          </a:ln>
        </p:spPr>
      </p:sp>
      <p:sp>
        <p:nvSpPr>
          <p:cNvPr id="8" name="Shape 6"/>
          <p:cNvSpPr/>
          <p:nvPr/>
        </p:nvSpPr>
        <p:spPr>
          <a:xfrm>
            <a:off x="905256" y="475488"/>
            <a:ext cx="228600" cy="237744"/>
          </a:xfrm>
          <a:prstGeom prst="roundRect">
            <a:avLst>
              <a:gd name="adj" fmla="val 12000"/>
            </a:avLst>
          </a:prstGeom>
          <a:solidFill>
            <a:srgbClr val="FFFFFF">
              <a:alpha val="27000"/>
            </a:srgbClr>
          </a:solidFill>
          <a:ln w="7620">
            <a:solidFill>
              <a:srgbClr val="FFFFFF">
                <a:alpha val="65000"/>
              </a:srgbClr>
            </a:solidFill>
            <a:prstDash val="solid"/>
          </a:ln>
        </p:spPr>
      </p:sp>
      <p:sp>
        <p:nvSpPr>
          <p:cNvPr id="9" name="Text 7"/>
          <p:cNvSpPr/>
          <p:nvPr/>
        </p:nvSpPr>
        <p:spPr>
          <a:xfrm>
            <a:off x="905256" y="457200"/>
            <a:ext cx="228600" cy="210312"/>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a:t>
            </a:r>
            <a:endParaRPr lang="en-US" sz="1200" dirty="0"/>
          </a:p>
        </p:txBody>
      </p:sp>
      <p:sp>
        <p:nvSpPr>
          <p:cNvPr id="10" name="Shape 8"/>
          <p:cNvSpPr/>
          <p:nvPr/>
        </p:nvSpPr>
        <p:spPr>
          <a:xfrm>
            <a:off x="1197864" y="475488"/>
            <a:ext cx="228600" cy="237744"/>
          </a:xfrm>
          <a:prstGeom prst="roundRect">
            <a:avLst>
              <a:gd name="adj" fmla="val 12000"/>
            </a:avLst>
          </a:prstGeom>
          <a:solidFill>
            <a:srgbClr val="FFFFFF">
              <a:alpha val="27000"/>
            </a:srgbClr>
          </a:solidFill>
          <a:ln w="7620">
            <a:solidFill>
              <a:srgbClr val="FFFFFF">
                <a:alpha val="65000"/>
              </a:srgbClr>
            </a:solidFill>
            <a:prstDash val="solid"/>
          </a:ln>
        </p:spPr>
      </p:sp>
      <p:sp>
        <p:nvSpPr>
          <p:cNvPr id="11" name="Text 9"/>
          <p:cNvSpPr/>
          <p:nvPr/>
        </p:nvSpPr>
        <p:spPr>
          <a:xfrm>
            <a:off x="1197864" y="457200"/>
            <a:ext cx="228600" cy="210312"/>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a:t>
            </a:r>
            <a:endParaRPr lang="en-US" sz="1200" dirty="0"/>
          </a:p>
        </p:txBody>
      </p:sp>
      <p:sp>
        <p:nvSpPr>
          <p:cNvPr id="12" name="Shape 10"/>
          <p:cNvSpPr/>
          <p:nvPr/>
        </p:nvSpPr>
        <p:spPr>
          <a:xfrm>
            <a:off x="1572768" y="475488"/>
            <a:ext cx="7818120" cy="246888"/>
          </a:xfrm>
          <a:prstGeom prst="roundRect">
            <a:avLst>
              <a:gd name="adj" fmla="val 14815"/>
            </a:avLst>
          </a:prstGeom>
          <a:solidFill>
            <a:srgbClr val="FFFFFF">
              <a:alpha val="93000"/>
            </a:srgbClr>
          </a:solidFill>
          <a:ln w="7620">
            <a:solidFill>
              <a:srgbClr val="9ED0EC"/>
            </a:solidFill>
            <a:prstDash val="solid"/>
          </a:ln>
        </p:spPr>
      </p:sp>
      <p:sp>
        <p:nvSpPr>
          <p:cNvPr id="13" name="Text 11"/>
          <p:cNvSpPr/>
          <p:nvPr/>
        </p:nvSpPr>
        <p:spPr>
          <a:xfrm>
            <a:off x="1755648" y="507492"/>
            <a:ext cx="7452360" cy="128016"/>
          </a:xfrm>
          <a:prstGeom prst="rect">
            <a:avLst/>
          </a:prstGeom>
          <a:noFill/>
          <a:ln/>
        </p:spPr>
        <p:txBody>
          <a:bodyPr wrap="square" lIns="0" tIns="0" rIns="0" bIns="0" rtlCol="0" anchor="ctr"/>
          <a:lstStyle/>
          <a:p>
            <a:pPr indent="0" marL="0">
              <a:buNone/>
            </a:pPr>
            <a:r>
              <a:rPr lang="en-US" sz="730" spc="80" kern="0" dirty="0">
                <a:solidFill>
                  <a:srgbClr val="194C6C"/>
                </a:solidFill>
                <a:latin typeface="Noto Sans Mono" pitchFamily="34" charset="0"/>
                <a:ea typeface="Noto Sans Mono" pitchFamily="34" charset="-122"/>
                <a:cs typeface="Noto Sans Mono" pitchFamily="34" charset="-120"/>
              </a:rPr>
              <a:t>baseaccess://prototipo/demostracion</a:t>
            </a:r>
            <a:endParaRPr lang="en-US" sz="730" dirty="0"/>
          </a:p>
        </p:txBody>
      </p:sp>
      <p:sp>
        <p:nvSpPr>
          <p:cNvPr id="14" name="Shape 12"/>
          <p:cNvSpPr/>
          <p:nvPr/>
        </p:nvSpPr>
        <p:spPr>
          <a:xfrm>
            <a:off x="10771632" y="502920"/>
            <a:ext cx="164592" cy="164592"/>
          </a:xfrm>
          <a:prstGeom prst="ellipse">
            <a:avLst/>
          </a:prstGeom>
          <a:solidFill>
            <a:srgbClr val="F6CA45"/>
          </a:solidFill>
          <a:ln w="6350">
            <a:solidFill>
              <a:srgbClr val="FFFFFF"/>
            </a:solidFill>
            <a:prstDash val="solid"/>
          </a:ln>
        </p:spPr>
      </p:sp>
      <p:sp>
        <p:nvSpPr>
          <p:cNvPr id="15" name="Shape 13"/>
          <p:cNvSpPr/>
          <p:nvPr/>
        </p:nvSpPr>
        <p:spPr>
          <a:xfrm>
            <a:off x="11055096" y="502920"/>
            <a:ext cx="164592" cy="164592"/>
          </a:xfrm>
          <a:prstGeom prst="ellipse">
            <a:avLst/>
          </a:prstGeom>
          <a:solidFill>
            <a:srgbClr val="72C81D"/>
          </a:solidFill>
          <a:ln w="6350">
            <a:solidFill>
              <a:srgbClr val="FFFFFF"/>
            </a:solidFill>
            <a:prstDash val="solid"/>
          </a:ln>
        </p:spPr>
      </p:sp>
      <p:sp>
        <p:nvSpPr>
          <p:cNvPr id="16" name="Shape 14"/>
          <p:cNvSpPr/>
          <p:nvPr/>
        </p:nvSpPr>
        <p:spPr>
          <a:xfrm>
            <a:off x="11338560" y="502920"/>
            <a:ext cx="164592" cy="164592"/>
          </a:xfrm>
          <a:prstGeom prst="ellipse">
            <a:avLst/>
          </a:prstGeom>
          <a:solidFill>
            <a:srgbClr val="F06A78"/>
          </a:solidFill>
          <a:ln w="6350">
            <a:solidFill>
              <a:srgbClr val="FFFFFF"/>
            </a:solidFill>
            <a:prstDash val="solid"/>
          </a:ln>
        </p:spPr>
      </p:sp>
      <p:sp>
        <p:nvSpPr>
          <p:cNvPr id="17" name="Shape 15"/>
          <p:cNvSpPr/>
          <p:nvPr/>
        </p:nvSpPr>
        <p:spPr>
          <a:xfrm>
            <a:off x="585216" y="932688"/>
            <a:ext cx="2011680" cy="347472"/>
          </a:xfrm>
          <a:prstGeom prst="roundRect">
            <a:avLst>
              <a:gd name="adj" fmla="val 10526"/>
            </a:avLst>
          </a:prstGeom>
          <a:solidFill>
            <a:srgbClr val="D7EEFA">
              <a:alpha val="85000"/>
            </a:srgbClr>
          </a:solidFill>
          <a:ln w="8890">
            <a:solidFill>
              <a:srgbClr val="9ED0EC"/>
            </a:solidFill>
            <a:prstDash val="solid"/>
          </a:ln>
        </p:spPr>
      </p:sp>
      <p:sp>
        <p:nvSpPr>
          <p:cNvPr id="18" name="Text 16"/>
          <p:cNvSpPr/>
          <p:nvPr/>
        </p:nvSpPr>
        <p:spPr>
          <a:xfrm>
            <a:off x="658368" y="1019556"/>
            <a:ext cx="1865376" cy="137160"/>
          </a:xfrm>
          <a:prstGeom prst="rect">
            <a:avLst/>
          </a:prstGeom>
          <a:noFill/>
          <a:ln/>
        </p:spPr>
        <p:txBody>
          <a:bodyPr wrap="square" lIns="0" tIns="0" rIns="0" bIns="0" rtlCol="0" anchor="ctr"/>
          <a:lstStyle/>
          <a:p>
            <a:pPr algn="ctr" indent="0" marL="0">
              <a:buNone/>
            </a:pPr>
            <a:r>
              <a:rPr lang="en-US" sz="720" dirty="0">
                <a:solidFill>
                  <a:srgbClr val="5B7382"/>
                </a:solidFill>
                <a:latin typeface="Noto Sans Mono" pitchFamily="34" charset="0"/>
                <a:ea typeface="Noto Sans Mono" pitchFamily="34" charset="-122"/>
                <a:cs typeface="Noto Sans Mono" pitchFamily="34" charset="-120"/>
              </a:rPr>
              <a:t>I  Empresa</a:t>
            </a:r>
            <a:endParaRPr lang="en-US" sz="720" dirty="0"/>
          </a:p>
        </p:txBody>
      </p:sp>
      <p:sp>
        <p:nvSpPr>
          <p:cNvPr id="19" name="Shape 17"/>
          <p:cNvSpPr/>
          <p:nvPr/>
        </p:nvSpPr>
        <p:spPr>
          <a:xfrm>
            <a:off x="2798064" y="932688"/>
            <a:ext cx="2011680" cy="347472"/>
          </a:xfrm>
          <a:prstGeom prst="roundRect">
            <a:avLst>
              <a:gd name="adj" fmla="val 10526"/>
            </a:avLst>
          </a:prstGeom>
          <a:solidFill>
            <a:srgbClr val="D7EEFA">
              <a:alpha val="85000"/>
            </a:srgbClr>
          </a:solidFill>
          <a:ln w="8890">
            <a:solidFill>
              <a:srgbClr val="9ED0EC"/>
            </a:solidFill>
            <a:prstDash val="solid"/>
          </a:ln>
        </p:spPr>
      </p:sp>
      <p:sp>
        <p:nvSpPr>
          <p:cNvPr id="20" name="Text 18"/>
          <p:cNvSpPr/>
          <p:nvPr/>
        </p:nvSpPr>
        <p:spPr>
          <a:xfrm>
            <a:off x="2871216" y="1019556"/>
            <a:ext cx="1865376" cy="137160"/>
          </a:xfrm>
          <a:prstGeom prst="rect">
            <a:avLst/>
          </a:prstGeom>
          <a:noFill/>
          <a:ln/>
        </p:spPr>
        <p:txBody>
          <a:bodyPr wrap="square" lIns="0" tIns="0" rIns="0" bIns="0" rtlCol="0" anchor="ctr"/>
          <a:lstStyle/>
          <a:p>
            <a:pPr algn="ctr" indent="0" marL="0">
              <a:buNone/>
            </a:pPr>
            <a:r>
              <a:rPr lang="en-US" sz="720" dirty="0">
                <a:solidFill>
                  <a:srgbClr val="5B7382"/>
                </a:solidFill>
                <a:latin typeface="Noto Sans Mono" pitchFamily="34" charset="0"/>
                <a:ea typeface="Noto Sans Mono" pitchFamily="34" charset="-122"/>
                <a:cs typeface="Noto Sans Mono" pitchFamily="34" charset="-120"/>
              </a:rPr>
              <a:t>II  Diagnóstico</a:t>
            </a:r>
            <a:endParaRPr lang="en-US" sz="720" dirty="0"/>
          </a:p>
        </p:txBody>
      </p:sp>
      <p:sp>
        <p:nvSpPr>
          <p:cNvPr id="21" name="Shape 19"/>
          <p:cNvSpPr/>
          <p:nvPr/>
        </p:nvSpPr>
        <p:spPr>
          <a:xfrm>
            <a:off x="5010912" y="932688"/>
            <a:ext cx="2011680" cy="347472"/>
          </a:xfrm>
          <a:prstGeom prst="roundRect">
            <a:avLst>
              <a:gd name="adj" fmla="val 10526"/>
            </a:avLst>
          </a:prstGeom>
          <a:solidFill>
            <a:srgbClr val="D7EEFA">
              <a:alpha val="85000"/>
            </a:srgbClr>
          </a:solidFill>
          <a:ln w="8890">
            <a:solidFill>
              <a:srgbClr val="9ED0EC"/>
            </a:solidFill>
            <a:prstDash val="solid"/>
          </a:ln>
        </p:spPr>
      </p:sp>
      <p:sp>
        <p:nvSpPr>
          <p:cNvPr id="22" name="Text 20"/>
          <p:cNvSpPr/>
          <p:nvPr/>
        </p:nvSpPr>
        <p:spPr>
          <a:xfrm>
            <a:off x="5084064" y="1019556"/>
            <a:ext cx="1865376" cy="137160"/>
          </a:xfrm>
          <a:prstGeom prst="rect">
            <a:avLst/>
          </a:prstGeom>
          <a:noFill/>
          <a:ln/>
        </p:spPr>
        <p:txBody>
          <a:bodyPr wrap="square" lIns="0" tIns="0" rIns="0" bIns="0" rtlCol="0" anchor="ctr"/>
          <a:lstStyle/>
          <a:p>
            <a:pPr algn="ctr" indent="0" marL="0">
              <a:buNone/>
            </a:pPr>
            <a:r>
              <a:rPr lang="en-US" sz="720" dirty="0">
                <a:solidFill>
                  <a:srgbClr val="5B7382"/>
                </a:solidFill>
                <a:latin typeface="Noto Sans Mono" pitchFamily="34" charset="0"/>
                <a:ea typeface="Noto Sans Mono" pitchFamily="34" charset="-122"/>
                <a:cs typeface="Noto Sans Mono" pitchFamily="34" charset="-120"/>
              </a:rPr>
              <a:t>III  Fundamentos</a:t>
            </a:r>
            <a:endParaRPr lang="en-US" sz="720" dirty="0"/>
          </a:p>
        </p:txBody>
      </p:sp>
      <p:sp>
        <p:nvSpPr>
          <p:cNvPr id="23" name="Shape 21"/>
          <p:cNvSpPr/>
          <p:nvPr/>
        </p:nvSpPr>
        <p:spPr>
          <a:xfrm>
            <a:off x="7223760" y="932688"/>
            <a:ext cx="2011680" cy="347472"/>
          </a:xfrm>
          <a:prstGeom prst="roundRect">
            <a:avLst>
              <a:gd name="adj" fmla="val 10526"/>
            </a:avLst>
          </a:prstGeom>
          <a:solidFill>
            <a:srgbClr val="FFFFFF">
              <a:alpha val="98000"/>
            </a:srgbClr>
          </a:solidFill>
          <a:ln w="8890">
            <a:solidFill>
              <a:srgbClr val="FFFFFF"/>
            </a:solidFill>
            <a:prstDash val="solid"/>
          </a:ln>
        </p:spPr>
      </p:sp>
      <p:sp>
        <p:nvSpPr>
          <p:cNvPr id="24" name="Text 22"/>
          <p:cNvSpPr/>
          <p:nvPr/>
        </p:nvSpPr>
        <p:spPr>
          <a:xfrm>
            <a:off x="7296912" y="1019556"/>
            <a:ext cx="1865376" cy="137160"/>
          </a:xfrm>
          <a:prstGeom prst="rect">
            <a:avLst/>
          </a:prstGeom>
          <a:noFill/>
          <a:ln/>
        </p:spPr>
        <p:txBody>
          <a:bodyPr wrap="square" lIns="0" tIns="0" rIns="0" bIns="0" rtlCol="0" anchor="ctr"/>
          <a:lstStyle/>
          <a:p>
            <a:pPr algn="ctr" indent="0" marL="0">
              <a:buNone/>
            </a:pPr>
            <a:r>
              <a:rPr lang="en-US" sz="720" b="1" dirty="0">
                <a:solidFill>
                  <a:srgbClr val="194C6C"/>
                </a:solidFill>
                <a:latin typeface="Noto Sans Mono" pitchFamily="34" charset="0"/>
                <a:ea typeface="Noto Sans Mono" pitchFamily="34" charset="-122"/>
                <a:cs typeface="Noto Sans Mono" pitchFamily="34" charset="-120"/>
              </a:rPr>
              <a:t>IV  Desarrollo</a:t>
            </a:r>
            <a:endParaRPr lang="en-US" sz="720" dirty="0"/>
          </a:p>
        </p:txBody>
      </p:sp>
      <p:sp>
        <p:nvSpPr>
          <p:cNvPr id="25" name="Shape 23"/>
          <p:cNvSpPr/>
          <p:nvPr/>
        </p:nvSpPr>
        <p:spPr>
          <a:xfrm>
            <a:off x="9436608" y="932688"/>
            <a:ext cx="2011680" cy="347472"/>
          </a:xfrm>
          <a:prstGeom prst="roundRect">
            <a:avLst>
              <a:gd name="adj" fmla="val 10526"/>
            </a:avLst>
          </a:prstGeom>
          <a:solidFill>
            <a:srgbClr val="D7EEFA">
              <a:alpha val="85000"/>
            </a:srgbClr>
          </a:solidFill>
          <a:ln w="8890">
            <a:solidFill>
              <a:srgbClr val="9ED0EC"/>
            </a:solidFill>
            <a:prstDash val="solid"/>
          </a:ln>
        </p:spPr>
      </p:sp>
      <p:sp>
        <p:nvSpPr>
          <p:cNvPr id="26" name="Text 24"/>
          <p:cNvSpPr/>
          <p:nvPr/>
        </p:nvSpPr>
        <p:spPr>
          <a:xfrm>
            <a:off x="9509760" y="1019556"/>
            <a:ext cx="1865376" cy="137160"/>
          </a:xfrm>
          <a:prstGeom prst="rect">
            <a:avLst/>
          </a:prstGeom>
          <a:noFill/>
          <a:ln/>
        </p:spPr>
        <p:txBody>
          <a:bodyPr wrap="square" lIns="0" tIns="0" rIns="0" bIns="0" rtlCol="0" anchor="ctr"/>
          <a:lstStyle/>
          <a:p>
            <a:pPr algn="ctr" indent="0" marL="0">
              <a:buNone/>
            </a:pPr>
            <a:r>
              <a:rPr lang="en-US" sz="720" dirty="0">
                <a:solidFill>
                  <a:srgbClr val="5B7382"/>
                </a:solidFill>
                <a:latin typeface="Noto Sans Mono" pitchFamily="34" charset="0"/>
                <a:ea typeface="Noto Sans Mono" pitchFamily="34" charset="-122"/>
                <a:cs typeface="Noto Sans Mono" pitchFamily="34" charset="-120"/>
              </a:rPr>
              <a:t>V  Resultados</a:t>
            </a:r>
            <a:endParaRPr lang="en-US" sz="720" dirty="0"/>
          </a:p>
        </p:txBody>
      </p:sp>
      <p:sp>
        <p:nvSpPr>
          <p:cNvPr id="27" name="Shape 25"/>
          <p:cNvSpPr/>
          <p:nvPr/>
        </p:nvSpPr>
        <p:spPr>
          <a:xfrm>
            <a:off x="402336" y="6236208"/>
            <a:ext cx="11384280" cy="246888"/>
          </a:xfrm>
          <a:prstGeom prst="roundRect">
            <a:avLst>
              <a:gd name="adj" fmla="val 12963"/>
            </a:avLst>
          </a:prstGeom>
          <a:solidFill>
            <a:srgbClr val="D7EEFA">
              <a:alpha val="88000"/>
            </a:srgbClr>
          </a:solidFill>
          <a:ln w="7620">
            <a:solidFill>
              <a:srgbClr val="9ED0EC"/>
            </a:solidFill>
            <a:prstDash val="solid"/>
          </a:ln>
        </p:spPr>
      </p:sp>
      <p:sp>
        <p:nvSpPr>
          <p:cNvPr id="28" name="Shape 26"/>
          <p:cNvSpPr/>
          <p:nvPr/>
        </p:nvSpPr>
        <p:spPr>
          <a:xfrm>
            <a:off x="576072" y="6304788"/>
            <a:ext cx="109728" cy="109728"/>
          </a:xfrm>
          <a:prstGeom prst="ellipse">
            <a:avLst/>
          </a:prstGeom>
          <a:solidFill>
            <a:srgbClr val="72C81D"/>
          </a:solidFill>
          <a:ln w="6350">
            <a:solidFill>
              <a:srgbClr val="438C0D"/>
            </a:solidFill>
            <a:prstDash val="solid"/>
          </a:ln>
        </p:spPr>
      </p:sp>
      <p:sp>
        <p:nvSpPr>
          <p:cNvPr id="29" name="Text 27"/>
          <p:cNvSpPr/>
          <p:nvPr/>
        </p:nvSpPr>
        <p:spPr>
          <a:xfrm>
            <a:off x="768096" y="6286500"/>
            <a:ext cx="8961120" cy="118872"/>
          </a:xfrm>
          <a:prstGeom prst="rect">
            <a:avLst/>
          </a:prstGeom>
          <a:noFill/>
          <a:ln/>
        </p:spPr>
        <p:txBody>
          <a:bodyPr wrap="square" lIns="0" tIns="0" rIns="0" bIns="0" rtlCol="0" anchor="ctr"/>
          <a:lstStyle/>
          <a:p>
            <a:pPr indent="0" marL="0">
              <a:buNone/>
            </a:pPr>
            <a:r>
              <a:rPr lang="en-US" sz="680" dirty="0">
                <a:solidFill>
                  <a:srgbClr val="194C6C"/>
                </a:solidFill>
                <a:latin typeface="Noto Sans Mono" pitchFamily="34" charset="0"/>
                <a:ea typeface="Noto Sans Mono" pitchFamily="34" charset="-122"/>
                <a:cs typeface="Noto Sans Mono" pitchFamily="34" charset="-120"/>
              </a:rPr>
              <a:t>Evidencia visual · datos DEMO</a:t>
            </a:r>
            <a:endParaRPr lang="en-US" sz="680" dirty="0"/>
          </a:p>
        </p:txBody>
      </p:sp>
      <p:sp>
        <p:nvSpPr>
          <p:cNvPr id="30" name="Text 28"/>
          <p:cNvSpPr/>
          <p:nvPr/>
        </p:nvSpPr>
        <p:spPr>
          <a:xfrm>
            <a:off x="10652760" y="6281928"/>
            <a:ext cx="822960" cy="128016"/>
          </a:xfrm>
          <a:prstGeom prst="rect">
            <a:avLst/>
          </a:prstGeom>
          <a:noFill/>
          <a:ln/>
        </p:spPr>
        <p:txBody>
          <a:bodyPr wrap="square" lIns="0" tIns="0" rIns="0" bIns="0" rtlCol="0" anchor="ctr"/>
          <a:lstStyle/>
          <a:p>
            <a:pPr algn="r" indent="0" marL="0">
              <a:buNone/>
            </a:pPr>
            <a:r>
              <a:rPr lang="en-US" sz="680" b="1" dirty="0">
                <a:solidFill>
                  <a:srgbClr val="194C6C"/>
                </a:solidFill>
                <a:latin typeface="Noto Sans Mono" pitchFamily="34" charset="0"/>
                <a:ea typeface="Noto Sans Mono" pitchFamily="34" charset="-122"/>
                <a:cs typeface="Noto Sans Mono" pitchFamily="34" charset="-120"/>
              </a:rPr>
              <a:t>09 / 10</a:t>
            </a:r>
            <a:endParaRPr lang="en-US" sz="680" dirty="0"/>
          </a:p>
        </p:txBody>
      </p:sp>
      <p:sp>
        <p:nvSpPr>
          <p:cNvPr id="31" name="Text 29"/>
          <p:cNvSpPr/>
          <p:nvPr/>
        </p:nvSpPr>
        <p:spPr>
          <a:xfrm>
            <a:off x="658368" y="1417320"/>
            <a:ext cx="7132320" cy="182880"/>
          </a:xfrm>
          <a:prstGeom prst="rect">
            <a:avLst/>
          </a:prstGeom>
          <a:noFill/>
          <a:ln/>
        </p:spPr>
        <p:txBody>
          <a:bodyPr wrap="square" lIns="0" tIns="0" rIns="0" bIns="0" rtlCol="0" anchor="ctr"/>
          <a:lstStyle/>
          <a:p>
            <a:pPr indent="0" marL="0">
              <a:buNone/>
            </a:pPr>
            <a:r>
              <a:rPr lang="en-US" sz="800" b="1" spc="90" kern="0" dirty="0">
                <a:solidFill>
                  <a:srgbClr val="1F84D0"/>
                </a:solidFill>
                <a:latin typeface="Noto Sans Mono" pitchFamily="34" charset="0"/>
                <a:ea typeface="Noto Sans Mono" pitchFamily="34" charset="-122"/>
                <a:cs typeface="Noto Sans Mono" pitchFamily="34" charset="-120"/>
              </a:rPr>
              <a:t>CAPÍTULO IV · DEMOSTRACIÓN</a:t>
            </a:r>
            <a:endParaRPr lang="en-US" sz="800" dirty="0"/>
          </a:p>
        </p:txBody>
      </p:sp>
      <p:sp>
        <p:nvSpPr>
          <p:cNvPr id="32" name="Text 30"/>
          <p:cNvSpPr/>
          <p:nvPr/>
        </p:nvSpPr>
        <p:spPr>
          <a:xfrm>
            <a:off x="658368" y="1627632"/>
            <a:ext cx="10835640" cy="585216"/>
          </a:xfrm>
          <a:prstGeom prst="rect">
            <a:avLst/>
          </a:prstGeom>
          <a:noFill/>
          <a:ln/>
        </p:spPr>
        <p:txBody>
          <a:bodyPr wrap="square" lIns="0" tIns="0" rIns="0" bIns="0" rtlCol="0" anchor="ctr"/>
          <a:lstStyle/>
          <a:p>
            <a:pPr indent="0" marL="0">
              <a:buNone/>
            </a:pPr>
            <a:r>
              <a:rPr lang="en-US" sz="2900" b="1" dirty="0">
                <a:solidFill>
                  <a:srgbClr val="17384D"/>
                </a:solidFill>
                <a:latin typeface="Trebuchet MS" pitchFamily="34" charset="0"/>
                <a:ea typeface="Trebuchet MS" pitchFamily="34" charset="-122"/>
                <a:cs typeface="Trebuchet MS" pitchFamily="34" charset="-120"/>
              </a:rPr>
              <a:t>El sistema existe y puede recorrerse</a:t>
            </a:r>
            <a:endParaRPr lang="en-US" sz="2900" dirty="0"/>
          </a:p>
        </p:txBody>
      </p:sp>
      <p:sp>
        <p:nvSpPr>
          <p:cNvPr id="33" name="Text 31"/>
          <p:cNvSpPr/>
          <p:nvPr/>
        </p:nvSpPr>
        <p:spPr>
          <a:xfrm>
            <a:off x="676656" y="2212848"/>
            <a:ext cx="10515600" cy="256032"/>
          </a:xfrm>
          <a:prstGeom prst="rect">
            <a:avLst/>
          </a:prstGeom>
          <a:noFill/>
          <a:ln/>
        </p:spPr>
        <p:txBody>
          <a:bodyPr wrap="square" lIns="0" tIns="0" rIns="0" bIns="0" rtlCol="0" anchor="ctr"/>
          <a:lstStyle/>
          <a:p>
            <a:pPr indent="0" marL="0">
              <a:buNone/>
            </a:pPr>
            <a:r>
              <a:rPr lang="en-US" sz="1050" dirty="0">
                <a:solidFill>
                  <a:srgbClr val="5B7382"/>
                </a:solidFill>
                <a:latin typeface="Noto Sans" pitchFamily="34" charset="0"/>
                <a:ea typeface="Noto Sans" pitchFamily="34" charset="-122"/>
                <a:cs typeface="Noto Sans" pitchFamily="34" charset="-120"/>
              </a:rPr>
              <a:t>Tres evidencias del prototipo funcional.</a:t>
            </a:r>
            <a:endParaRPr lang="en-US" sz="1050" dirty="0"/>
          </a:p>
        </p:txBody>
      </p:sp>
      <p:sp>
        <p:nvSpPr>
          <p:cNvPr id="34" name="Shape 32"/>
          <p:cNvSpPr/>
          <p:nvPr/>
        </p:nvSpPr>
        <p:spPr>
          <a:xfrm>
            <a:off x="658368" y="2560320"/>
            <a:ext cx="3767328" cy="1353312"/>
          </a:xfrm>
          <a:prstGeom prst="roundRect">
            <a:avLst>
              <a:gd name="adj" fmla="val 3378"/>
            </a:avLst>
          </a:prstGeom>
          <a:solidFill>
            <a:srgbClr val="FFFFFF"/>
          </a:solidFill>
          <a:ln w="12700">
            <a:solidFill>
              <a:srgbClr val="FFFFFF"/>
            </a:solidFill>
            <a:prstDash val="solid"/>
          </a:ln>
        </p:spPr>
      </p:sp>
      <p:sp>
        <p:nvSpPr>
          <p:cNvPr id="35" name="Text 33"/>
          <p:cNvSpPr/>
          <p:nvPr/>
        </p:nvSpPr>
        <p:spPr>
          <a:xfrm>
            <a:off x="804672" y="2670048"/>
            <a:ext cx="3474720" cy="164592"/>
          </a:xfrm>
          <a:prstGeom prst="rect">
            <a:avLst/>
          </a:prstGeom>
          <a:noFill/>
          <a:ln/>
        </p:spPr>
        <p:txBody>
          <a:bodyPr wrap="square" lIns="0" tIns="0" rIns="0" bIns="0" rtlCol="0" anchor="ctr"/>
          <a:lstStyle/>
          <a:p>
            <a:pPr indent="0" marL="0">
              <a:buNone/>
            </a:pPr>
            <a:r>
              <a:rPr lang="en-US" sz="700" b="1" spc="70" kern="0" dirty="0">
                <a:solidFill>
                  <a:srgbClr val="1F84D0"/>
                </a:solidFill>
                <a:latin typeface="Noto Sans Mono" pitchFamily="34" charset="0"/>
                <a:ea typeface="Noto Sans Mono" pitchFamily="34" charset="-122"/>
                <a:cs typeface="Noto Sans Mono" pitchFamily="34" charset="-120"/>
              </a:rPr>
              <a:t>REGISTRO ESTRUCTURADO</a:t>
            </a:r>
            <a:endParaRPr lang="en-US" sz="700" dirty="0"/>
          </a:p>
        </p:txBody>
      </p:sp>
      <p:pic>
        <p:nvPicPr>
          <p:cNvPr id="36" name="Image 0" descr="/home/user/Documentos/tarea_pasantia/juliano/imagenes/captura-formulario-general.png">    </p:cNvPr>
          <p:cNvPicPr>
            <a:picLocks noChangeAspect="1"/>
          </p:cNvPicPr>
          <p:nvPr/>
        </p:nvPicPr>
        <p:blipFill>
          <a:blip r:embed="rId1"/>
          <a:stretch>
            <a:fillRect/>
          </a:stretch>
        </p:blipFill>
        <p:spPr>
          <a:xfrm>
            <a:off x="1825481" y="2907792"/>
            <a:ext cx="1433102" cy="859536"/>
          </a:xfrm>
          <a:prstGeom prst="rect">
            <a:avLst/>
          </a:prstGeom>
        </p:spPr>
      </p:pic>
      <p:sp>
        <p:nvSpPr>
          <p:cNvPr id="37" name="Shape 34"/>
          <p:cNvSpPr/>
          <p:nvPr/>
        </p:nvSpPr>
        <p:spPr>
          <a:xfrm>
            <a:off x="658368" y="4096512"/>
            <a:ext cx="3767328" cy="1353312"/>
          </a:xfrm>
          <a:prstGeom prst="roundRect">
            <a:avLst>
              <a:gd name="adj" fmla="val 3378"/>
            </a:avLst>
          </a:prstGeom>
          <a:solidFill>
            <a:srgbClr val="FFFFFF"/>
          </a:solidFill>
          <a:ln w="12700">
            <a:solidFill>
              <a:srgbClr val="FFFFFF"/>
            </a:solidFill>
            <a:prstDash val="solid"/>
          </a:ln>
        </p:spPr>
      </p:sp>
      <p:sp>
        <p:nvSpPr>
          <p:cNvPr id="38" name="Text 35"/>
          <p:cNvSpPr/>
          <p:nvPr/>
        </p:nvSpPr>
        <p:spPr>
          <a:xfrm>
            <a:off x="804672" y="4206240"/>
            <a:ext cx="3474720" cy="164592"/>
          </a:xfrm>
          <a:prstGeom prst="rect">
            <a:avLst/>
          </a:prstGeom>
          <a:noFill/>
          <a:ln/>
        </p:spPr>
        <p:txBody>
          <a:bodyPr wrap="square" lIns="0" tIns="0" rIns="0" bIns="0" rtlCol="0" anchor="ctr"/>
          <a:lstStyle/>
          <a:p>
            <a:pPr indent="0" marL="0">
              <a:buNone/>
            </a:pPr>
            <a:r>
              <a:rPr lang="en-US" sz="700" b="1" spc="70" kern="0" dirty="0">
                <a:solidFill>
                  <a:srgbClr val="72C81D"/>
                </a:solidFill>
                <a:latin typeface="Noto Sans Mono" pitchFamily="34" charset="0"/>
                <a:ea typeface="Noto Sans Mono" pitchFamily="34" charset="-122"/>
                <a:cs typeface="Noto Sans Mono" pitchFamily="34" charset="-120"/>
              </a:rPr>
              <a:t>MÚLTIPLES FRENTES</a:t>
            </a:r>
            <a:endParaRPr lang="en-US" sz="700" dirty="0"/>
          </a:p>
        </p:txBody>
      </p:sp>
      <p:pic>
        <p:nvPicPr>
          <p:cNvPr id="39" name="Image 1" descr="/home/user/Documentos/tarea_pasantia/juliano/imagenes/captura-expedientes-frentes.png">    </p:cNvPr>
          <p:cNvPicPr>
            <a:picLocks noChangeAspect="1"/>
          </p:cNvPicPr>
          <p:nvPr/>
        </p:nvPicPr>
        <p:blipFill>
          <a:blip r:embed="rId2"/>
          <a:stretch>
            <a:fillRect/>
          </a:stretch>
        </p:blipFill>
        <p:spPr>
          <a:xfrm>
            <a:off x="1871138" y="4443984"/>
            <a:ext cx="1341789" cy="859536"/>
          </a:xfrm>
          <a:prstGeom prst="rect">
            <a:avLst/>
          </a:prstGeom>
        </p:spPr>
      </p:pic>
      <p:sp>
        <p:nvSpPr>
          <p:cNvPr id="40" name="Shape 36"/>
          <p:cNvSpPr/>
          <p:nvPr/>
        </p:nvSpPr>
        <p:spPr>
          <a:xfrm>
            <a:off x="4645152" y="2560320"/>
            <a:ext cx="6858000" cy="2889504"/>
          </a:xfrm>
          <a:prstGeom prst="roundRect">
            <a:avLst>
              <a:gd name="adj" fmla="val 1582"/>
            </a:avLst>
          </a:prstGeom>
          <a:solidFill>
            <a:srgbClr val="FFFFFF"/>
          </a:solidFill>
          <a:ln w="12700">
            <a:solidFill>
              <a:srgbClr val="FFFFFF"/>
            </a:solidFill>
            <a:prstDash val="solid"/>
          </a:ln>
        </p:spPr>
      </p:sp>
      <p:sp>
        <p:nvSpPr>
          <p:cNvPr id="41" name="Text 37"/>
          <p:cNvSpPr/>
          <p:nvPr/>
        </p:nvSpPr>
        <p:spPr>
          <a:xfrm>
            <a:off x="4791456" y="2670048"/>
            <a:ext cx="6565392" cy="164592"/>
          </a:xfrm>
          <a:prstGeom prst="rect">
            <a:avLst/>
          </a:prstGeom>
          <a:noFill/>
          <a:ln/>
        </p:spPr>
        <p:txBody>
          <a:bodyPr wrap="square" lIns="0" tIns="0" rIns="0" bIns="0" rtlCol="0" anchor="ctr"/>
          <a:lstStyle/>
          <a:p>
            <a:pPr indent="0" marL="0">
              <a:buNone/>
            </a:pPr>
            <a:r>
              <a:rPr lang="en-US" sz="700" b="1" spc="70" kern="0" dirty="0">
                <a:solidFill>
                  <a:srgbClr val="8F1D2C"/>
                </a:solidFill>
                <a:latin typeface="Noto Sans Mono" pitchFamily="34" charset="0"/>
                <a:ea typeface="Noto Sans Mono" pitchFamily="34" charset="-122"/>
                <a:cs typeface="Noto Sans Mono" pitchFamily="34" charset="-120"/>
              </a:rPr>
              <a:t>REPORTES Y FILTROS</a:t>
            </a:r>
            <a:endParaRPr lang="en-US" sz="700" dirty="0"/>
          </a:p>
        </p:txBody>
      </p:sp>
      <p:pic>
        <p:nvPicPr>
          <p:cNvPr id="42" name="Image 2" descr="/home/user/Documentos/tarea_pasantia/juliano/imagenes/captura-exportacion-filtros-columnas.png">    </p:cNvPr>
          <p:cNvPicPr>
            <a:picLocks noChangeAspect="1"/>
          </p:cNvPicPr>
          <p:nvPr/>
        </p:nvPicPr>
        <p:blipFill>
          <a:blip r:embed="rId3"/>
          <a:stretch>
            <a:fillRect/>
          </a:stretch>
        </p:blipFill>
        <p:spPr>
          <a:xfrm>
            <a:off x="6002484" y="2907792"/>
            <a:ext cx="4143336" cy="2395728"/>
          </a:xfrm>
          <a:prstGeom prst="rect">
            <a:avLst/>
          </a:prstGeom>
        </p:spPr>
      </p:pic>
      <p:sp>
        <p:nvSpPr>
          <p:cNvPr id="43" name="Text 38"/>
          <p:cNvSpPr/>
          <p:nvPr/>
        </p:nvSpPr>
        <p:spPr>
          <a:xfrm>
            <a:off x="914400" y="5687568"/>
            <a:ext cx="10332720" cy="256032"/>
          </a:xfrm>
          <a:prstGeom prst="rect">
            <a:avLst/>
          </a:prstGeom>
          <a:noFill/>
          <a:ln/>
        </p:spPr>
        <p:txBody>
          <a:bodyPr wrap="square" lIns="0" tIns="0" rIns="0" bIns="0" rtlCol="0" anchor="ctr"/>
          <a:lstStyle/>
          <a:p>
            <a:pPr algn="ctr" indent="0" marL="0">
              <a:buNone/>
            </a:pPr>
            <a:r>
              <a:rPr lang="en-US" sz="1000" b="1" dirty="0">
                <a:solidFill>
                  <a:srgbClr val="194C6C"/>
                </a:solidFill>
                <a:latin typeface="Noto Sans Mono" pitchFamily="34" charset="0"/>
                <a:ea typeface="Noto Sans Mono" pitchFamily="34" charset="-122"/>
                <a:cs typeface="Noto Sans Mono" pitchFamily="34" charset="-120"/>
              </a:rPr>
              <a:t>REGISTRO  →  CONSULTA  →  TRAZABILIDAD  →  REPORTE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76B5E3"/>
        </a:solidFill>
      </p:bgPr>
    </p:bg>
    <p:spTree>
      <p:nvGrpSpPr>
        <p:cNvPr id="1" name=""/>
        <p:cNvGrpSpPr/>
        <p:nvPr/>
      </p:nvGrpSpPr>
      <p:grpSpPr>
        <a:xfrm>
          <a:off x="0" y="0"/>
          <a:ext cx="0" cy="0"/>
          <a:chOff x="0" y="0"/>
          <a:chExt cx="0" cy="0"/>
        </a:xfrm>
      </p:grpSpPr>
      <p:sp>
        <p:nvSpPr>
          <p:cNvPr id="2" name="Shape 0"/>
          <p:cNvSpPr/>
          <p:nvPr/>
        </p:nvSpPr>
        <p:spPr>
          <a:xfrm>
            <a:off x="-1005840" y="-1280160"/>
            <a:ext cx="6583680" cy="4754880"/>
          </a:xfrm>
          <a:prstGeom prst="ellipse">
            <a:avLst/>
          </a:prstGeom>
          <a:solidFill>
            <a:srgbClr val="DFF6FF">
              <a:alpha val="82000"/>
            </a:srgbClr>
          </a:solidFill>
          <a:ln w="12700">
            <a:solidFill>
              <a:srgbClr val="DFF6FF">
                <a:alpha val="0"/>
              </a:srgbClr>
            </a:solidFill>
            <a:prstDash val="solid"/>
          </a:ln>
        </p:spPr>
      </p:sp>
      <p:sp>
        <p:nvSpPr>
          <p:cNvPr id="3" name="Shape 1"/>
          <p:cNvSpPr/>
          <p:nvPr/>
        </p:nvSpPr>
        <p:spPr>
          <a:xfrm>
            <a:off x="7955280" y="4023360"/>
            <a:ext cx="5303520" cy="3657600"/>
          </a:xfrm>
          <a:prstGeom prst="ellipse">
            <a:avLst/>
          </a:prstGeom>
          <a:solidFill>
            <a:srgbClr val="B8E2F8">
              <a:alpha val="78000"/>
            </a:srgbClr>
          </a:solidFill>
          <a:ln w="12700">
            <a:solidFill>
              <a:srgbClr val="B8E2F8">
                <a:alpha val="0"/>
              </a:srgbClr>
            </a:solidFill>
            <a:prstDash val="solid"/>
          </a:ln>
        </p:spPr>
      </p:sp>
      <p:sp>
        <p:nvSpPr>
          <p:cNvPr id="4" name="Shape 2"/>
          <p:cNvSpPr/>
          <p:nvPr/>
        </p:nvSpPr>
        <p:spPr>
          <a:xfrm>
            <a:off x="256032" y="237744"/>
            <a:ext cx="11676888" cy="6382512"/>
          </a:xfrm>
          <a:prstGeom prst="roundRect">
            <a:avLst>
              <a:gd name="adj" fmla="val 1146"/>
            </a:avLst>
          </a:prstGeom>
          <a:solidFill>
            <a:srgbClr val="EDF9FF">
              <a:alpha val="96000"/>
            </a:srgbClr>
          </a:solidFill>
          <a:ln w="17780">
            <a:solidFill>
              <a:srgbClr val="FFFFFF"/>
            </a:solidFill>
            <a:prstDash val="solid"/>
          </a:ln>
        </p:spPr>
      </p:sp>
      <p:sp>
        <p:nvSpPr>
          <p:cNvPr id="5" name="Shape 3"/>
          <p:cNvSpPr/>
          <p:nvPr/>
        </p:nvSpPr>
        <p:spPr>
          <a:xfrm>
            <a:off x="384048" y="356616"/>
            <a:ext cx="11411712" cy="530352"/>
          </a:xfrm>
          <a:prstGeom prst="roundRect">
            <a:avLst>
              <a:gd name="adj" fmla="val 10345"/>
            </a:avLst>
          </a:prstGeom>
          <a:solidFill>
            <a:srgbClr val="1F84D0"/>
          </a:solidFill>
          <a:ln w="11430">
            <a:solidFill>
              <a:srgbClr val="146EA9"/>
            </a:solidFill>
            <a:prstDash val="solid"/>
          </a:ln>
        </p:spPr>
      </p:sp>
      <p:sp>
        <p:nvSpPr>
          <p:cNvPr id="6" name="Shape 4"/>
          <p:cNvSpPr/>
          <p:nvPr/>
        </p:nvSpPr>
        <p:spPr>
          <a:xfrm>
            <a:off x="484632" y="411480"/>
            <a:ext cx="11201400" cy="118872"/>
          </a:xfrm>
          <a:prstGeom prst="roundRect">
            <a:avLst>
              <a:gd name="adj" fmla="val 30769"/>
            </a:avLst>
          </a:prstGeom>
          <a:solidFill>
            <a:srgbClr val="FFFFFF">
              <a:alpha val="38000"/>
            </a:srgbClr>
          </a:solidFill>
          <a:ln w="12700">
            <a:solidFill>
              <a:srgbClr val="FFFFFF">
                <a:alpha val="0"/>
              </a:srgbClr>
            </a:solidFill>
            <a:prstDash val="solid"/>
          </a:ln>
        </p:spPr>
      </p:sp>
      <p:sp>
        <p:nvSpPr>
          <p:cNvPr id="7" name="Shape 5"/>
          <p:cNvSpPr/>
          <p:nvPr/>
        </p:nvSpPr>
        <p:spPr>
          <a:xfrm>
            <a:off x="557784" y="466344"/>
            <a:ext cx="256032" cy="256032"/>
          </a:xfrm>
          <a:prstGeom prst="ellipse">
            <a:avLst/>
          </a:prstGeom>
          <a:solidFill>
            <a:srgbClr val="42ABF5"/>
          </a:solidFill>
          <a:ln w="8890">
            <a:solidFill>
              <a:srgbClr val="FFFFFF"/>
            </a:solidFill>
            <a:prstDash val="solid"/>
          </a:ln>
        </p:spPr>
      </p:sp>
      <p:sp>
        <p:nvSpPr>
          <p:cNvPr id="8" name="Shape 6"/>
          <p:cNvSpPr/>
          <p:nvPr/>
        </p:nvSpPr>
        <p:spPr>
          <a:xfrm>
            <a:off x="905256" y="475488"/>
            <a:ext cx="228600" cy="237744"/>
          </a:xfrm>
          <a:prstGeom prst="roundRect">
            <a:avLst>
              <a:gd name="adj" fmla="val 12000"/>
            </a:avLst>
          </a:prstGeom>
          <a:solidFill>
            <a:srgbClr val="FFFFFF">
              <a:alpha val="27000"/>
            </a:srgbClr>
          </a:solidFill>
          <a:ln w="7620">
            <a:solidFill>
              <a:srgbClr val="FFFFFF">
                <a:alpha val="65000"/>
              </a:srgbClr>
            </a:solidFill>
            <a:prstDash val="solid"/>
          </a:ln>
        </p:spPr>
      </p:sp>
      <p:sp>
        <p:nvSpPr>
          <p:cNvPr id="9" name="Text 7"/>
          <p:cNvSpPr/>
          <p:nvPr/>
        </p:nvSpPr>
        <p:spPr>
          <a:xfrm>
            <a:off x="905256" y="457200"/>
            <a:ext cx="228600" cy="210312"/>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a:t>
            </a:r>
            <a:endParaRPr lang="en-US" sz="1200" dirty="0"/>
          </a:p>
        </p:txBody>
      </p:sp>
      <p:sp>
        <p:nvSpPr>
          <p:cNvPr id="10" name="Shape 8"/>
          <p:cNvSpPr/>
          <p:nvPr/>
        </p:nvSpPr>
        <p:spPr>
          <a:xfrm>
            <a:off x="1197864" y="475488"/>
            <a:ext cx="228600" cy="237744"/>
          </a:xfrm>
          <a:prstGeom prst="roundRect">
            <a:avLst>
              <a:gd name="adj" fmla="val 12000"/>
            </a:avLst>
          </a:prstGeom>
          <a:solidFill>
            <a:srgbClr val="FFFFFF">
              <a:alpha val="27000"/>
            </a:srgbClr>
          </a:solidFill>
          <a:ln w="7620">
            <a:solidFill>
              <a:srgbClr val="FFFFFF">
                <a:alpha val="65000"/>
              </a:srgbClr>
            </a:solidFill>
            <a:prstDash val="solid"/>
          </a:ln>
        </p:spPr>
      </p:sp>
      <p:sp>
        <p:nvSpPr>
          <p:cNvPr id="11" name="Text 9"/>
          <p:cNvSpPr/>
          <p:nvPr/>
        </p:nvSpPr>
        <p:spPr>
          <a:xfrm>
            <a:off x="1197864" y="457200"/>
            <a:ext cx="228600" cy="210312"/>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a:t>
            </a:r>
            <a:endParaRPr lang="en-US" sz="1200" dirty="0"/>
          </a:p>
        </p:txBody>
      </p:sp>
      <p:sp>
        <p:nvSpPr>
          <p:cNvPr id="12" name="Shape 10"/>
          <p:cNvSpPr/>
          <p:nvPr/>
        </p:nvSpPr>
        <p:spPr>
          <a:xfrm>
            <a:off x="1572768" y="475488"/>
            <a:ext cx="7818120" cy="246888"/>
          </a:xfrm>
          <a:prstGeom prst="roundRect">
            <a:avLst>
              <a:gd name="adj" fmla="val 14815"/>
            </a:avLst>
          </a:prstGeom>
          <a:solidFill>
            <a:srgbClr val="FFFFFF">
              <a:alpha val="93000"/>
            </a:srgbClr>
          </a:solidFill>
          <a:ln w="7620">
            <a:solidFill>
              <a:srgbClr val="9ED0EC"/>
            </a:solidFill>
            <a:prstDash val="solid"/>
          </a:ln>
        </p:spPr>
      </p:sp>
      <p:sp>
        <p:nvSpPr>
          <p:cNvPr id="13" name="Text 11"/>
          <p:cNvSpPr/>
          <p:nvPr/>
        </p:nvSpPr>
        <p:spPr>
          <a:xfrm>
            <a:off x="1755648" y="507492"/>
            <a:ext cx="7452360" cy="128016"/>
          </a:xfrm>
          <a:prstGeom prst="rect">
            <a:avLst/>
          </a:prstGeom>
          <a:noFill/>
          <a:ln/>
        </p:spPr>
        <p:txBody>
          <a:bodyPr wrap="square" lIns="0" tIns="0" rIns="0" bIns="0" rtlCol="0" anchor="ctr"/>
          <a:lstStyle/>
          <a:p>
            <a:pPr indent="0" marL="0">
              <a:buNone/>
            </a:pPr>
            <a:r>
              <a:rPr lang="en-US" sz="730" spc="80" kern="0" dirty="0">
                <a:solidFill>
                  <a:srgbClr val="194C6C"/>
                </a:solidFill>
                <a:latin typeface="Noto Sans Mono" pitchFamily="34" charset="0"/>
                <a:ea typeface="Noto Sans Mono" pitchFamily="34" charset="-122"/>
                <a:cs typeface="Noto Sans Mono" pitchFamily="34" charset="-120"/>
              </a:rPr>
              <a:t>baseaccess://capitulo-5/resultados</a:t>
            </a:r>
            <a:endParaRPr lang="en-US" sz="730" dirty="0"/>
          </a:p>
        </p:txBody>
      </p:sp>
      <p:sp>
        <p:nvSpPr>
          <p:cNvPr id="14" name="Shape 12"/>
          <p:cNvSpPr/>
          <p:nvPr/>
        </p:nvSpPr>
        <p:spPr>
          <a:xfrm>
            <a:off x="10771632" y="502920"/>
            <a:ext cx="164592" cy="164592"/>
          </a:xfrm>
          <a:prstGeom prst="ellipse">
            <a:avLst/>
          </a:prstGeom>
          <a:solidFill>
            <a:srgbClr val="F6CA45"/>
          </a:solidFill>
          <a:ln w="6350">
            <a:solidFill>
              <a:srgbClr val="FFFFFF"/>
            </a:solidFill>
            <a:prstDash val="solid"/>
          </a:ln>
        </p:spPr>
      </p:sp>
      <p:sp>
        <p:nvSpPr>
          <p:cNvPr id="15" name="Shape 13"/>
          <p:cNvSpPr/>
          <p:nvPr/>
        </p:nvSpPr>
        <p:spPr>
          <a:xfrm>
            <a:off x="11055096" y="502920"/>
            <a:ext cx="164592" cy="164592"/>
          </a:xfrm>
          <a:prstGeom prst="ellipse">
            <a:avLst/>
          </a:prstGeom>
          <a:solidFill>
            <a:srgbClr val="72C81D"/>
          </a:solidFill>
          <a:ln w="6350">
            <a:solidFill>
              <a:srgbClr val="FFFFFF"/>
            </a:solidFill>
            <a:prstDash val="solid"/>
          </a:ln>
        </p:spPr>
      </p:sp>
      <p:sp>
        <p:nvSpPr>
          <p:cNvPr id="16" name="Shape 14"/>
          <p:cNvSpPr/>
          <p:nvPr/>
        </p:nvSpPr>
        <p:spPr>
          <a:xfrm>
            <a:off x="11338560" y="502920"/>
            <a:ext cx="164592" cy="164592"/>
          </a:xfrm>
          <a:prstGeom prst="ellipse">
            <a:avLst/>
          </a:prstGeom>
          <a:solidFill>
            <a:srgbClr val="F06A78"/>
          </a:solidFill>
          <a:ln w="6350">
            <a:solidFill>
              <a:srgbClr val="FFFFFF"/>
            </a:solidFill>
            <a:prstDash val="solid"/>
          </a:ln>
        </p:spPr>
      </p:sp>
      <p:sp>
        <p:nvSpPr>
          <p:cNvPr id="17" name="Shape 15"/>
          <p:cNvSpPr/>
          <p:nvPr/>
        </p:nvSpPr>
        <p:spPr>
          <a:xfrm>
            <a:off x="585216" y="932688"/>
            <a:ext cx="2011680" cy="347472"/>
          </a:xfrm>
          <a:prstGeom prst="roundRect">
            <a:avLst>
              <a:gd name="adj" fmla="val 10526"/>
            </a:avLst>
          </a:prstGeom>
          <a:solidFill>
            <a:srgbClr val="D7EEFA">
              <a:alpha val="85000"/>
            </a:srgbClr>
          </a:solidFill>
          <a:ln w="8890">
            <a:solidFill>
              <a:srgbClr val="9ED0EC"/>
            </a:solidFill>
            <a:prstDash val="solid"/>
          </a:ln>
        </p:spPr>
      </p:sp>
      <p:sp>
        <p:nvSpPr>
          <p:cNvPr id="18" name="Text 16"/>
          <p:cNvSpPr/>
          <p:nvPr/>
        </p:nvSpPr>
        <p:spPr>
          <a:xfrm>
            <a:off x="658368" y="1019556"/>
            <a:ext cx="1865376" cy="137160"/>
          </a:xfrm>
          <a:prstGeom prst="rect">
            <a:avLst/>
          </a:prstGeom>
          <a:noFill/>
          <a:ln/>
        </p:spPr>
        <p:txBody>
          <a:bodyPr wrap="square" lIns="0" tIns="0" rIns="0" bIns="0" rtlCol="0" anchor="ctr"/>
          <a:lstStyle/>
          <a:p>
            <a:pPr algn="ctr" indent="0" marL="0">
              <a:buNone/>
            </a:pPr>
            <a:r>
              <a:rPr lang="en-US" sz="720" dirty="0">
                <a:solidFill>
                  <a:srgbClr val="5B7382"/>
                </a:solidFill>
                <a:latin typeface="Noto Sans Mono" pitchFamily="34" charset="0"/>
                <a:ea typeface="Noto Sans Mono" pitchFamily="34" charset="-122"/>
                <a:cs typeface="Noto Sans Mono" pitchFamily="34" charset="-120"/>
              </a:rPr>
              <a:t>I  Empresa</a:t>
            </a:r>
            <a:endParaRPr lang="en-US" sz="720" dirty="0"/>
          </a:p>
        </p:txBody>
      </p:sp>
      <p:sp>
        <p:nvSpPr>
          <p:cNvPr id="19" name="Shape 17"/>
          <p:cNvSpPr/>
          <p:nvPr/>
        </p:nvSpPr>
        <p:spPr>
          <a:xfrm>
            <a:off x="2798064" y="932688"/>
            <a:ext cx="2011680" cy="347472"/>
          </a:xfrm>
          <a:prstGeom prst="roundRect">
            <a:avLst>
              <a:gd name="adj" fmla="val 10526"/>
            </a:avLst>
          </a:prstGeom>
          <a:solidFill>
            <a:srgbClr val="D7EEFA">
              <a:alpha val="85000"/>
            </a:srgbClr>
          </a:solidFill>
          <a:ln w="8890">
            <a:solidFill>
              <a:srgbClr val="9ED0EC"/>
            </a:solidFill>
            <a:prstDash val="solid"/>
          </a:ln>
        </p:spPr>
      </p:sp>
      <p:sp>
        <p:nvSpPr>
          <p:cNvPr id="20" name="Text 18"/>
          <p:cNvSpPr/>
          <p:nvPr/>
        </p:nvSpPr>
        <p:spPr>
          <a:xfrm>
            <a:off x="2871216" y="1019556"/>
            <a:ext cx="1865376" cy="137160"/>
          </a:xfrm>
          <a:prstGeom prst="rect">
            <a:avLst/>
          </a:prstGeom>
          <a:noFill/>
          <a:ln/>
        </p:spPr>
        <p:txBody>
          <a:bodyPr wrap="square" lIns="0" tIns="0" rIns="0" bIns="0" rtlCol="0" anchor="ctr"/>
          <a:lstStyle/>
          <a:p>
            <a:pPr algn="ctr" indent="0" marL="0">
              <a:buNone/>
            </a:pPr>
            <a:r>
              <a:rPr lang="en-US" sz="720" dirty="0">
                <a:solidFill>
                  <a:srgbClr val="5B7382"/>
                </a:solidFill>
                <a:latin typeface="Noto Sans Mono" pitchFamily="34" charset="0"/>
                <a:ea typeface="Noto Sans Mono" pitchFamily="34" charset="-122"/>
                <a:cs typeface="Noto Sans Mono" pitchFamily="34" charset="-120"/>
              </a:rPr>
              <a:t>II  Diagnóstico</a:t>
            </a:r>
            <a:endParaRPr lang="en-US" sz="720" dirty="0"/>
          </a:p>
        </p:txBody>
      </p:sp>
      <p:sp>
        <p:nvSpPr>
          <p:cNvPr id="21" name="Shape 19"/>
          <p:cNvSpPr/>
          <p:nvPr/>
        </p:nvSpPr>
        <p:spPr>
          <a:xfrm>
            <a:off x="5010912" y="932688"/>
            <a:ext cx="2011680" cy="347472"/>
          </a:xfrm>
          <a:prstGeom prst="roundRect">
            <a:avLst>
              <a:gd name="adj" fmla="val 10526"/>
            </a:avLst>
          </a:prstGeom>
          <a:solidFill>
            <a:srgbClr val="D7EEFA">
              <a:alpha val="85000"/>
            </a:srgbClr>
          </a:solidFill>
          <a:ln w="8890">
            <a:solidFill>
              <a:srgbClr val="9ED0EC"/>
            </a:solidFill>
            <a:prstDash val="solid"/>
          </a:ln>
        </p:spPr>
      </p:sp>
      <p:sp>
        <p:nvSpPr>
          <p:cNvPr id="22" name="Text 20"/>
          <p:cNvSpPr/>
          <p:nvPr/>
        </p:nvSpPr>
        <p:spPr>
          <a:xfrm>
            <a:off x="5084064" y="1019556"/>
            <a:ext cx="1865376" cy="137160"/>
          </a:xfrm>
          <a:prstGeom prst="rect">
            <a:avLst/>
          </a:prstGeom>
          <a:noFill/>
          <a:ln/>
        </p:spPr>
        <p:txBody>
          <a:bodyPr wrap="square" lIns="0" tIns="0" rIns="0" bIns="0" rtlCol="0" anchor="ctr"/>
          <a:lstStyle/>
          <a:p>
            <a:pPr algn="ctr" indent="0" marL="0">
              <a:buNone/>
            </a:pPr>
            <a:r>
              <a:rPr lang="en-US" sz="720" dirty="0">
                <a:solidFill>
                  <a:srgbClr val="5B7382"/>
                </a:solidFill>
                <a:latin typeface="Noto Sans Mono" pitchFamily="34" charset="0"/>
                <a:ea typeface="Noto Sans Mono" pitchFamily="34" charset="-122"/>
                <a:cs typeface="Noto Sans Mono" pitchFamily="34" charset="-120"/>
              </a:rPr>
              <a:t>III  Fundamentos</a:t>
            </a:r>
            <a:endParaRPr lang="en-US" sz="720" dirty="0"/>
          </a:p>
        </p:txBody>
      </p:sp>
      <p:sp>
        <p:nvSpPr>
          <p:cNvPr id="23" name="Shape 21"/>
          <p:cNvSpPr/>
          <p:nvPr/>
        </p:nvSpPr>
        <p:spPr>
          <a:xfrm>
            <a:off x="7223760" y="932688"/>
            <a:ext cx="2011680" cy="347472"/>
          </a:xfrm>
          <a:prstGeom prst="roundRect">
            <a:avLst>
              <a:gd name="adj" fmla="val 10526"/>
            </a:avLst>
          </a:prstGeom>
          <a:solidFill>
            <a:srgbClr val="D7EEFA">
              <a:alpha val="85000"/>
            </a:srgbClr>
          </a:solidFill>
          <a:ln w="8890">
            <a:solidFill>
              <a:srgbClr val="9ED0EC"/>
            </a:solidFill>
            <a:prstDash val="solid"/>
          </a:ln>
        </p:spPr>
      </p:sp>
      <p:sp>
        <p:nvSpPr>
          <p:cNvPr id="24" name="Text 22"/>
          <p:cNvSpPr/>
          <p:nvPr/>
        </p:nvSpPr>
        <p:spPr>
          <a:xfrm>
            <a:off x="7296912" y="1019556"/>
            <a:ext cx="1865376" cy="137160"/>
          </a:xfrm>
          <a:prstGeom prst="rect">
            <a:avLst/>
          </a:prstGeom>
          <a:noFill/>
          <a:ln/>
        </p:spPr>
        <p:txBody>
          <a:bodyPr wrap="square" lIns="0" tIns="0" rIns="0" bIns="0" rtlCol="0" anchor="ctr"/>
          <a:lstStyle/>
          <a:p>
            <a:pPr algn="ctr" indent="0" marL="0">
              <a:buNone/>
            </a:pPr>
            <a:r>
              <a:rPr lang="en-US" sz="720" dirty="0">
                <a:solidFill>
                  <a:srgbClr val="5B7382"/>
                </a:solidFill>
                <a:latin typeface="Noto Sans Mono" pitchFamily="34" charset="0"/>
                <a:ea typeface="Noto Sans Mono" pitchFamily="34" charset="-122"/>
                <a:cs typeface="Noto Sans Mono" pitchFamily="34" charset="-120"/>
              </a:rPr>
              <a:t>IV  Desarrollo</a:t>
            </a:r>
            <a:endParaRPr lang="en-US" sz="720" dirty="0"/>
          </a:p>
        </p:txBody>
      </p:sp>
      <p:sp>
        <p:nvSpPr>
          <p:cNvPr id="25" name="Shape 23"/>
          <p:cNvSpPr/>
          <p:nvPr/>
        </p:nvSpPr>
        <p:spPr>
          <a:xfrm>
            <a:off x="9436608" y="932688"/>
            <a:ext cx="2011680" cy="347472"/>
          </a:xfrm>
          <a:prstGeom prst="roundRect">
            <a:avLst>
              <a:gd name="adj" fmla="val 10526"/>
            </a:avLst>
          </a:prstGeom>
          <a:solidFill>
            <a:srgbClr val="FFFFFF">
              <a:alpha val="98000"/>
            </a:srgbClr>
          </a:solidFill>
          <a:ln w="8890">
            <a:solidFill>
              <a:srgbClr val="FFFFFF"/>
            </a:solidFill>
            <a:prstDash val="solid"/>
          </a:ln>
        </p:spPr>
      </p:sp>
      <p:sp>
        <p:nvSpPr>
          <p:cNvPr id="26" name="Text 24"/>
          <p:cNvSpPr/>
          <p:nvPr/>
        </p:nvSpPr>
        <p:spPr>
          <a:xfrm>
            <a:off x="9509760" y="1019556"/>
            <a:ext cx="1865376" cy="137160"/>
          </a:xfrm>
          <a:prstGeom prst="rect">
            <a:avLst/>
          </a:prstGeom>
          <a:noFill/>
          <a:ln/>
        </p:spPr>
        <p:txBody>
          <a:bodyPr wrap="square" lIns="0" tIns="0" rIns="0" bIns="0" rtlCol="0" anchor="ctr"/>
          <a:lstStyle/>
          <a:p>
            <a:pPr algn="ctr" indent="0" marL="0">
              <a:buNone/>
            </a:pPr>
            <a:r>
              <a:rPr lang="en-US" sz="720" b="1" dirty="0">
                <a:solidFill>
                  <a:srgbClr val="194C6C"/>
                </a:solidFill>
                <a:latin typeface="Noto Sans Mono" pitchFamily="34" charset="0"/>
                <a:ea typeface="Noto Sans Mono" pitchFamily="34" charset="-122"/>
                <a:cs typeface="Noto Sans Mono" pitchFamily="34" charset="-120"/>
              </a:rPr>
              <a:t>V  Resultados</a:t>
            </a:r>
            <a:endParaRPr lang="en-US" sz="720" dirty="0"/>
          </a:p>
        </p:txBody>
      </p:sp>
      <p:sp>
        <p:nvSpPr>
          <p:cNvPr id="27" name="Shape 25"/>
          <p:cNvSpPr/>
          <p:nvPr/>
        </p:nvSpPr>
        <p:spPr>
          <a:xfrm>
            <a:off x="402336" y="6236208"/>
            <a:ext cx="11384280" cy="246888"/>
          </a:xfrm>
          <a:prstGeom prst="roundRect">
            <a:avLst>
              <a:gd name="adj" fmla="val 12963"/>
            </a:avLst>
          </a:prstGeom>
          <a:solidFill>
            <a:srgbClr val="D7EEFA">
              <a:alpha val="88000"/>
            </a:srgbClr>
          </a:solidFill>
          <a:ln w="7620">
            <a:solidFill>
              <a:srgbClr val="9ED0EC"/>
            </a:solidFill>
            <a:prstDash val="solid"/>
          </a:ln>
        </p:spPr>
      </p:sp>
      <p:sp>
        <p:nvSpPr>
          <p:cNvPr id="28" name="Shape 26"/>
          <p:cNvSpPr/>
          <p:nvPr/>
        </p:nvSpPr>
        <p:spPr>
          <a:xfrm>
            <a:off x="576072" y="6304788"/>
            <a:ext cx="109728" cy="109728"/>
          </a:xfrm>
          <a:prstGeom prst="ellipse">
            <a:avLst/>
          </a:prstGeom>
          <a:solidFill>
            <a:srgbClr val="72C81D"/>
          </a:solidFill>
          <a:ln w="6350">
            <a:solidFill>
              <a:srgbClr val="438C0D"/>
            </a:solidFill>
            <a:prstDash val="solid"/>
          </a:ln>
        </p:spPr>
      </p:sp>
      <p:sp>
        <p:nvSpPr>
          <p:cNvPr id="29" name="Text 27"/>
          <p:cNvSpPr/>
          <p:nvPr/>
        </p:nvSpPr>
        <p:spPr>
          <a:xfrm>
            <a:off x="768096" y="6286500"/>
            <a:ext cx="8961120" cy="118872"/>
          </a:xfrm>
          <a:prstGeom prst="rect">
            <a:avLst/>
          </a:prstGeom>
          <a:noFill/>
          <a:ln/>
        </p:spPr>
        <p:txBody>
          <a:bodyPr wrap="square" lIns="0" tIns="0" rIns="0" bIns="0" rtlCol="0" anchor="ctr"/>
          <a:lstStyle/>
          <a:p>
            <a:pPr indent="0" marL="0">
              <a:buNone/>
            </a:pPr>
            <a:r>
              <a:rPr lang="en-US" sz="680" dirty="0">
                <a:solidFill>
                  <a:srgbClr val="194C6C"/>
                </a:solidFill>
                <a:latin typeface="Noto Sans Mono" pitchFamily="34" charset="0"/>
                <a:ea typeface="Noto Sans Mono" pitchFamily="34" charset="-122"/>
                <a:cs typeface="Noto Sans Mono" pitchFamily="34" charset="-120"/>
              </a:rPr>
              <a:t>Proceso completado · prototipo validado</a:t>
            </a:r>
            <a:endParaRPr lang="en-US" sz="680" dirty="0"/>
          </a:p>
        </p:txBody>
      </p:sp>
      <p:sp>
        <p:nvSpPr>
          <p:cNvPr id="30" name="Text 28"/>
          <p:cNvSpPr/>
          <p:nvPr/>
        </p:nvSpPr>
        <p:spPr>
          <a:xfrm>
            <a:off x="10652760" y="6281928"/>
            <a:ext cx="822960" cy="128016"/>
          </a:xfrm>
          <a:prstGeom prst="rect">
            <a:avLst/>
          </a:prstGeom>
          <a:noFill/>
          <a:ln/>
        </p:spPr>
        <p:txBody>
          <a:bodyPr wrap="square" lIns="0" tIns="0" rIns="0" bIns="0" rtlCol="0" anchor="ctr"/>
          <a:lstStyle/>
          <a:p>
            <a:pPr algn="r" indent="0" marL="0">
              <a:buNone/>
            </a:pPr>
            <a:r>
              <a:rPr lang="en-US" sz="680" b="1" dirty="0">
                <a:solidFill>
                  <a:srgbClr val="194C6C"/>
                </a:solidFill>
                <a:latin typeface="Noto Sans Mono" pitchFamily="34" charset="0"/>
                <a:ea typeface="Noto Sans Mono" pitchFamily="34" charset="-122"/>
                <a:cs typeface="Noto Sans Mono" pitchFamily="34" charset="-120"/>
              </a:rPr>
              <a:t>10 / 10</a:t>
            </a:r>
            <a:endParaRPr lang="en-US" sz="680" dirty="0"/>
          </a:p>
        </p:txBody>
      </p:sp>
      <p:sp>
        <p:nvSpPr>
          <p:cNvPr id="31" name="Text 29"/>
          <p:cNvSpPr/>
          <p:nvPr/>
        </p:nvSpPr>
        <p:spPr>
          <a:xfrm>
            <a:off x="658368" y="1417320"/>
            <a:ext cx="7132320" cy="182880"/>
          </a:xfrm>
          <a:prstGeom prst="rect">
            <a:avLst/>
          </a:prstGeom>
          <a:noFill/>
          <a:ln/>
        </p:spPr>
        <p:txBody>
          <a:bodyPr wrap="square" lIns="0" tIns="0" rIns="0" bIns="0" rtlCol="0" anchor="ctr"/>
          <a:lstStyle/>
          <a:p>
            <a:pPr indent="0" marL="0">
              <a:buNone/>
            </a:pPr>
            <a:r>
              <a:rPr lang="en-US" sz="800" b="1" spc="90" kern="0" dirty="0">
                <a:solidFill>
                  <a:srgbClr val="1F84D0"/>
                </a:solidFill>
                <a:latin typeface="Noto Sans Mono" pitchFamily="34" charset="0"/>
                <a:ea typeface="Noto Sans Mono" pitchFamily="34" charset="-122"/>
                <a:cs typeface="Noto Sans Mono" pitchFamily="34" charset="-120"/>
              </a:rPr>
              <a:t>CAPÍTULO V · CONCLUSIONES Y RECOMENDACIONES</a:t>
            </a:r>
            <a:endParaRPr lang="en-US" sz="800" dirty="0"/>
          </a:p>
        </p:txBody>
      </p:sp>
      <p:sp>
        <p:nvSpPr>
          <p:cNvPr id="32" name="Text 30"/>
          <p:cNvSpPr/>
          <p:nvPr/>
        </p:nvSpPr>
        <p:spPr>
          <a:xfrm>
            <a:off x="658368" y="1627632"/>
            <a:ext cx="10835640" cy="585216"/>
          </a:xfrm>
          <a:prstGeom prst="rect">
            <a:avLst/>
          </a:prstGeom>
          <a:noFill/>
          <a:ln/>
        </p:spPr>
        <p:txBody>
          <a:bodyPr wrap="square" lIns="0" tIns="0" rIns="0" bIns="0" rtlCol="0" anchor="ctr"/>
          <a:lstStyle/>
          <a:p>
            <a:pPr indent="0" marL="0">
              <a:buNone/>
            </a:pPr>
            <a:r>
              <a:rPr lang="en-US" sz="2900" b="1" dirty="0">
                <a:solidFill>
                  <a:srgbClr val="17384D"/>
                </a:solidFill>
                <a:latin typeface="Trebuchet MS" pitchFamily="34" charset="0"/>
                <a:ea typeface="Trebuchet MS" pitchFamily="34" charset="-122"/>
                <a:cs typeface="Trebuchet MS" pitchFamily="34" charset="-120"/>
              </a:rPr>
              <a:t>Resultados y siguientes pasos</a:t>
            </a:r>
            <a:endParaRPr lang="en-US" sz="2900" dirty="0"/>
          </a:p>
        </p:txBody>
      </p:sp>
      <p:sp>
        <p:nvSpPr>
          <p:cNvPr id="33" name="Shape 31"/>
          <p:cNvSpPr/>
          <p:nvPr/>
        </p:nvSpPr>
        <p:spPr>
          <a:xfrm>
            <a:off x="658368" y="2286000"/>
            <a:ext cx="2560320" cy="1143000"/>
          </a:xfrm>
          <a:prstGeom prst="roundRect">
            <a:avLst>
              <a:gd name="adj" fmla="val 4000"/>
            </a:avLst>
          </a:prstGeom>
          <a:solidFill>
            <a:srgbClr val="FFFFFF">
              <a:alpha val="96000"/>
            </a:srgbClr>
          </a:solidFill>
          <a:ln w="13970">
            <a:solidFill>
              <a:srgbClr val="FFFFFF"/>
            </a:solidFill>
            <a:prstDash val="solid"/>
          </a:ln>
        </p:spPr>
      </p:sp>
      <p:sp>
        <p:nvSpPr>
          <p:cNvPr id="34" name="Shape 32"/>
          <p:cNvSpPr/>
          <p:nvPr/>
        </p:nvSpPr>
        <p:spPr>
          <a:xfrm>
            <a:off x="676656" y="2304288"/>
            <a:ext cx="2523744" cy="128016"/>
          </a:xfrm>
          <a:prstGeom prst="roundRect">
            <a:avLst>
              <a:gd name="adj" fmla="val 28571"/>
            </a:avLst>
          </a:prstGeom>
          <a:solidFill>
            <a:srgbClr val="FFFFFF">
              <a:alpha val="52000"/>
            </a:srgbClr>
          </a:solidFill>
          <a:ln w="12700">
            <a:solidFill>
              <a:srgbClr val="FFFFFF">
                <a:alpha val="0"/>
              </a:srgbClr>
            </a:solidFill>
            <a:prstDash val="solid"/>
          </a:ln>
        </p:spPr>
      </p:sp>
      <p:sp>
        <p:nvSpPr>
          <p:cNvPr id="35" name="Shape 33"/>
          <p:cNvSpPr/>
          <p:nvPr/>
        </p:nvSpPr>
        <p:spPr>
          <a:xfrm>
            <a:off x="658368" y="2286000"/>
            <a:ext cx="64008" cy="1143000"/>
          </a:xfrm>
          <a:prstGeom prst="rect">
            <a:avLst/>
          </a:prstGeom>
          <a:solidFill>
            <a:srgbClr val="1F84D0"/>
          </a:solidFill>
          <a:ln w="12700">
            <a:solidFill>
              <a:srgbClr val="1F84D0"/>
            </a:solidFill>
            <a:prstDash val="solid"/>
          </a:ln>
        </p:spPr>
      </p:sp>
      <p:sp>
        <p:nvSpPr>
          <p:cNvPr id="36" name="Text 34"/>
          <p:cNvSpPr/>
          <p:nvPr/>
        </p:nvSpPr>
        <p:spPr>
          <a:xfrm>
            <a:off x="841248" y="2395728"/>
            <a:ext cx="2231136" cy="923544"/>
          </a:xfrm>
          <a:prstGeom prst="rect">
            <a:avLst/>
          </a:prstGeom>
          <a:noFill/>
          <a:ln/>
        </p:spPr>
        <p:txBody>
          <a:bodyPr wrap="square" lIns="0" tIns="0" rIns="0" bIns="0" rtlCol="0" anchor="ctr"/>
          <a:lstStyle/>
          <a:p>
            <a:pPr algn="ctr" indent="0" marL="0">
              <a:buNone/>
            </a:pPr>
            <a:r>
              <a:rPr lang="en-US" sz="700" b="1" spc="80" kern="0" dirty="0">
                <a:solidFill>
                  <a:srgbClr val="1F84D0"/>
                </a:solidFill>
                <a:latin typeface="Noto Sans Mono" pitchFamily="34" charset="0"/>
                <a:ea typeface="Noto Sans Mono" pitchFamily="34" charset="-122"/>
                <a:cs typeface="Noto Sans Mono" pitchFamily="34" charset="-120"/>
              </a:rPr>
              <a:t>1 · DIAGNÓSTICO</a:t>
            </a:r>
            <a:endParaRPr lang="en-US" sz="700" dirty="0"/>
          </a:p>
          <a:p>
            <a:pPr algn="ctr" indent="0" marL="0">
              <a:buNone/>
            </a:pPr>
            <a:r>
              <a:rPr lang="en-US" sz="1350" b="1" dirty="0">
                <a:solidFill>
                  <a:srgbClr val="17384D"/>
                </a:solidFill>
                <a:latin typeface="Trebuchet MS" pitchFamily="34" charset="0"/>
                <a:ea typeface="Trebuchet MS" pitchFamily="34" charset="-122"/>
                <a:cs typeface="Trebuchet MS" pitchFamily="34" charset="-120"/>
              </a:rPr>
              <a:t>Operaciones manuales repetitivas</a:t>
            </a:r>
            <a:endParaRPr lang="en-US" sz="700" dirty="0"/>
          </a:p>
        </p:txBody>
      </p:sp>
      <p:sp>
        <p:nvSpPr>
          <p:cNvPr id="37" name="Shape 35"/>
          <p:cNvSpPr/>
          <p:nvPr/>
        </p:nvSpPr>
        <p:spPr>
          <a:xfrm>
            <a:off x="3419856" y="2286000"/>
            <a:ext cx="2560320" cy="1143000"/>
          </a:xfrm>
          <a:prstGeom prst="roundRect">
            <a:avLst>
              <a:gd name="adj" fmla="val 4000"/>
            </a:avLst>
          </a:prstGeom>
          <a:solidFill>
            <a:srgbClr val="FFFFFF">
              <a:alpha val="96000"/>
            </a:srgbClr>
          </a:solidFill>
          <a:ln w="13970">
            <a:solidFill>
              <a:srgbClr val="FFFFFF"/>
            </a:solidFill>
            <a:prstDash val="solid"/>
          </a:ln>
        </p:spPr>
      </p:sp>
      <p:sp>
        <p:nvSpPr>
          <p:cNvPr id="38" name="Shape 36"/>
          <p:cNvSpPr/>
          <p:nvPr/>
        </p:nvSpPr>
        <p:spPr>
          <a:xfrm>
            <a:off x="3438144" y="2304288"/>
            <a:ext cx="2523744" cy="128016"/>
          </a:xfrm>
          <a:prstGeom prst="roundRect">
            <a:avLst>
              <a:gd name="adj" fmla="val 28571"/>
            </a:avLst>
          </a:prstGeom>
          <a:solidFill>
            <a:srgbClr val="FFFFFF">
              <a:alpha val="52000"/>
            </a:srgbClr>
          </a:solidFill>
          <a:ln w="12700">
            <a:solidFill>
              <a:srgbClr val="FFFFFF">
                <a:alpha val="0"/>
              </a:srgbClr>
            </a:solidFill>
            <a:prstDash val="solid"/>
          </a:ln>
        </p:spPr>
      </p:sp>
      <p:sp>
        <p:nvSpPr>
          <p:cNvPr id="39" name="Shape 37"/>
          <p:cNvSpPr/>
          <p:nvPr/>
        </p:nvSpPr>
        <p:spPr>
          <a:xfrm>
            <a:off x="3419856" y="2286000"/>
            <a:ext cx="64008" cy="1143000"/>
          </a:xfrm>
          <a:prstGeom prst="rect">
            <a:avLst/>
          </a:prstGeom>
          <a:solidFill>
            <a:srgbClr val="1F84D0"/>
          </a:solidFill>
          <a:ln w="12700">
            <a:solidFill>
              <a:srgbClr val="1F84D0"/>
            </a:solidFill>
            <a:prstDash val="solid"/>
          </a:ln>
        </p:spPr>
      </p:sp>
      <p:sp>
        <p:nvSpPr>
          <p:cNvPr id="40" name="Text 38"/>
          <p:cNvSpPr/>
          <p:nvPr/>
        </p:nvSpPr>
        <p:spPr>
          <a:xfrm>
            <a:off x="3602736" y="2395728"/>
            <a:ext cx="2231136" cy="923544"/>
          </a:xfrm>
          <a:prstGeom prst="rect">
            <a:avLst/>
          </a:prstGeom>
          <a:noFill/>
          <a:ln/>
        </p:spPr>
        <p:txBody>
          <a:bodyPr wrap="square" lIns="0" tIns="0" rIns="0" bIns="0" rtlCol="0" anchor="ctr"/>
          <a:lstStyle/>
          <a:p>
            <a:pPr algn="ctr" indent="0" marL="0">
              <a:buNone/>
            </a:pPr>
            <a:r>
              <a:rPr lang="en-US" sz="700" b="1" spc="80" kern="0" dirty="0">
                <a:solidFill>
                  <a:srgbClr val="1F84D0"/>
                </a:solidFill>
                <a:latin typeface="Noto Sans Mono" pitchFamily="34" charset="0"/>
                <a:ea typeface="Noto Sans Mono" pitchFamily="34" charset="-122"/>
                <a:cs typeface="Noto Sans Mono" pitchFamily="34" charset="-120"/>
              </a:rPr>
              <a:t>2 · REQUERIMIENTOS</a:t>
            </a:r>
            <a:endParaRPr lang="en-US" sz="700" dirty="0"/>
          </a:p>
          <a:p>
            <a:pPr algn="ctr" indent="0" marL="0">
              <a:buNone/>
            </a:pPr>
            <a:r>
              <a:rPr lang="en-US" sz="1350" b="1" dirty="0">
                <a:solidFill>
                  <a:srgbClr val="17384D"/>
                </a:solidFill>
                <a:latin typeface="Trebuchet MS" pitchFamily="34" charset="0"/>
                <a:ea typeface="Trebuchet MS" pitchFamily="34" charset="-122"/>
                <a:cs typeface="Trebuchet MS" pitchFamily="34" charset="-120"/>
              </a:rPr>
              <a:t>Registro + historial + consultas + reportes</a:t>
            </a:r>
            <a:endParaRPr lang="en-US" sz="700" dirty="0"/>
          </a:p>
        </p:txBody>
      </p:sp>
      <p:sp>
        <p:nvSpPr>
          <p:cNvPr id="41" name="Shape 39"/>
          <p:cNvSpPr/>
          <p:nvPr/>
        </p:nvSpPr>
        <p:spPr>
          <a:xfrm>
            <a:off x="6181344" y="2286000"/>
            <a:ext cx="2560320" cy="1143000"/>
          </a:xfrm>
          <a:prstGeom prst="roundRect">
            <a:avLst>
              <a:gd name="adj" fmla="val 4000"/>
            </a:avLst>
          </a:prstGeom>
          <a:solidFill>
            <a:srgbClr val="FFFFFF">
              <a:alpha val="96000"/>
            </a:srgbClr>
          </a:solidFill>
          <a:ln w="13970">
            <a:solidFill>
              <a:srgbClr val="FFFFFF"/>
            </a:solidFill>
            <a:prstDash val="solid"/>
          </a:ln>
        </p:spPr>
      </p:sp>
      <p:sp>
        <p:nvSpPr>
          <p:cNvPr id="42" name="Shape 40"/>
          <p:cNvSpPr/>
          <p:nvPr/>
        </p:nvSpPr>
        <p:spPr>
          <a:xfrm>
            <a:off x="6199632" y="2304288"/>
            <a:ext cx="2523744" cy="128016"/>
          </a:xfrm>
          <a:prstGeom prst="roundRect">
            <a:avLst>
              <a:gd name="adj" fmla="val 28571"/>
            </a:avLst>
          </a:prstGeom>
          <a:solidFill>
            <a:srgbClr val="FFFFFF">
              <a:alpha val="52000"/>
            </a:srgbClr>
          </a:solidFill>
          <a:ln w="12700">
            <a:solidFill>
              <a:srgbClr val="FFFFFF">
                <a:alpha val="0"/>
              </a:srgbClr>
            </a:solidFill>
            <a:prstDash val="solid"/>
          </a:ln>
        </p:spPr>
      </p:sp>
      <p:sp>
        <p:nvSpPr>
          <p:cNvPr id="43" name="Shape 41"/>
          <p:cNvSpPr/>
          <p:nvPr/>
        </p:nvSpPr>
        <p:spPr>
          <a:xfrm>
            <a:off x="6181344" y="2286000"/>
            <a:ext cx="64008" cy="1143000"/>
          </a:xfrm>
          <a:prstGeom prst="rect">
            <a:avLst/>
          </a:prstGeom>
          <a:solidFill>
            <a:srgbClr val="1F84D0"/>
          </a:solidFill>
          <a:ln w="12700">
            <a:solidFill>
              <a:srgbClr val="1F84D0"/>
            </a:solidFill>
            <a:prstDash val="solid"/>
          </a:ln>
        </p:spPr>
      </p:sp>
      <p:sp>
        <p:nvSpPr>
          <p:cNvPr id="44" name="Text 42"/>
          <p:cNvSpPr/>
          <p:nvPr/>
        </p:nvSpPr>
        <p:spPr>
          <a:xfrm>
            <a:off x="6364224" y="2395728"/>
            <a:ext cx="2231136" cy="923544"/>
          </a:xfrm>
          <a:prstGeom prst="rect">
            <a:avLst/>
          </a:prstGeom>
          <a:noFill/>
          <a:ln/>
        </p:spPr>
        <p:txBody>
          <a:bodyPr wrap="square" lIns="0" tIns="0" rIns="0" bIns="0" rtlCol="0" anchor="ctr"/>
          <a:lstStyle/>
          <a:p>
            <a:pPr algn="ctr" indent="0" marL="0">
              <a:buNone/>
            </a:pPr>
            <a:r>
              <a:rPr lang="en-US" sz="700" b="1" spc="80" kern="0" dirty="0">
                <a:solidFill>
                  <a:srgbClr val="1F84D0"/>
                </a:solidFill>
                <a:latin typeface="Noto Sans Mono" pitchFamily="34" charset="0"/>
                <a:ea typeface="Noto Sans Mono" pitchFamily="34" charset="-122"/>
                <a:cs typeface="Noto Sans Mono" pitchFamily="34" charset="-120"/>
              </a:rPr>
              <a:t>3 · DISEÑO</a:t>
            </a:r>
            <a:endParaRPr lang="en-US" sz="700" dirty="0"/>
          </a:p>
          <a:p>
            <a:pPr algn="ctr" indent="0" marL="0">
              <a:buNone/>
            </a:pPr>
            <a:r>
              <a:rPr lang="en-US" sz="1350" b="1" dirty="0">
                <a:solidFill>
                  <a:srgbClr val="17384D"/>
                </a:solidFill>
                <a:latin typeface="Trebuchet MS" pitchFamily="34" charset="0"/>
                <a:ea typeface="Trebuchet MS" pitchFamily="34" charset="-122"/>
                <a:cs typeface="Trebuchet MS" pitchFamily="34" charset="-120"/>
              </a:rPr>
              <a:t>Base relacional + interfaz de escritorio</a:t>
            </a:r>
            <a:endParaRPr lang="en-US" sz="700" dirty="0"/>
          </a:p>
        </p:txBody>
      </p:sp>
      <p:sp>
        <p:nvSpPr>
          <p:cNvPr id="45" name="Shape 43"/>
          <p:cNvSpPr/>
          <p:nvPr/>
        </p:nvSpPr>
        <p:spPr>
          <a:xfrm>
            <a:off x="8942832" y="2286000"/>
            <a:ext cx="2560320" cy="1143000"/>
          </a:xfrm>
          <a:prstGeom prst="roundRect">
            <a:avLst>
              <a:gd name="adj" fmla="val 4000"/>
            </a:avLst>
          </a:prstGeom>
          <a:solidFill>
            <a:srgbClr val="EAF8DE">
              <a:alpha val="96000"/>
            </a:srgbClr>
          </a:solidFill>
          <a:ln w="13970">
            <a:solidFill>
              <a:srgbClr val="FFFFFF"/>
            </a:solidFill>
            <a:prstDash val="solid"/>
          </a:ln>
        </p:spPr>
      </p:sp>
      <p:sp>
        <p:nvSpPr>
          <p:cNvPr id="46" name="Shape 44"/>
          <p:cNvSpPr/>
          <p:nvPr/>
        </p:nvSpPr>
        <p:spPr>
          <a:xfrm>
            <a:off x="8961120" y="2304288"/>
            <a:ext cx="2523744" cy="128016"/>
          </a:xfrm>
          <a:prstGeom prst="roundRect">
            <a:avLst>
              <a:gd name="adj" fmla="val 28571"/>
            </a:avLst>
          </a:prstGeom>
          <a:solidFill>
            <a:srgbClr val="FFFFFF">
              <a:alpha val="52000"/>
            </a:srgbClr>
          </a:solidFill>
          <a:ln w="12700">
            <a:solidFill>
              <a:srgbClr val="FFFFFF">
                <a:alpha val="0"/>
              </a:srgbClr>
            </a:solidFill>
            <a:prstDash val="solid"/>
          </a:ln>
        </p:spPr>
      </p:sp>
      <p:sp>
        <p:nvSpPr>
          <p:cNvPr id="47" name="Shape 45"/>
          <p:cNvSpPr/>
          <p:nvPr/>
        </p:nvSpPr>
        <p:spPr>
          <a:xfrm>
            <a:off x="8942832" y="2286000"/>
            <a:ext cx="64008" cy="1143000"/>
          </a:xfrm>
          <a:prstGeom prst="rect">
            <a:avLst/>
          </a:prstGeom>
          <a:solidFill>
            <a:srgbClr val="72C81D"/>
          </a:solidFill>
          <a:ln w="12700">
            <a:solidFill>
              <a:srgbClr val="72C81D"/>
            </a:solidFill>
            <a:prstDash val="solid"/>
          </a:ln>
        </p:spPr>
      </p:sp>
      <p:sp>
        <p:nvSpPr>
          <p:cNvPr id="48" name="Text 46"/>
          <p:cNvSpPr/>
          <p:nvPr/>
        </p:nvSpPr>
        <p:spPr>
          <a:xfrm>
            <a:off x="9125712" y="2395728"/>
            <a:ext cx="2231136" cy="923544"/>
          </a:xfrm>
          <a:prstGeom prst="rect">
            <a:avLst/>
          </a:prstGeom>
          <a:noFill/>
          <a:ln/>
        </p:spPr>
        <p:txBody>
          <a:bodyPr wrap="square" lIns="0" tIns="0" rIns="0" bIns="0" rtlCol="0" anchor="ctr"/>
          <a:lstStyle/>
          <a:p>
            <a:pPr algn="ctr" indent="0" marL="0">
              <a:buNone/>
            </a:pPr>
            <a:r>
              <a:rPr lang="en-US" sz="700" b="1" spc="80" kern="0" dirty="0">
                <a:solidFill>
                  <a:srgbClr val="72C81D"/>
                </a:solidFill>
                <a:latin typeface="Noto Sans Mono" pitchFamily="34" charset="0"/>
                <a:ea typeface="Noto Sans Mono" pitchFamily="34" charset="-122"/>
                <a:cs typeface="Noto Sans Mono" pitchFamily="34" charset="-120"/>
              </a:rPr>
              <a:t>4 · RESULTADO</a:t>
            </a:r>
            <a:endParaRPr lang="en-US" sz="700" dirty="0"/>
          </a:p>
          <a:p>
            <a:pPr algn="ctr" indent="0" marL="0">
              <a:buNone/>
            </a:pPr>
            <a:r>
              <a:rPr lang="en-US" sz="1350" b="1" dirty="0">
                <a:solidFill>
                  <a:srgbClr val="17384D"/>
                </a:solidFill>
                <a:latin typeface="Trebuchet MS" pitchFamily="34" charset="0"/>
                <a:ea typeface="Trebuchet MS" pitchFamily="34" charset="-122"/>
                <a:cs typeface="Trebuchet MS" pitchFamily="34" charset="-120"/>
              </a:rPr>
              <a:t>Prototipo funcional validado</a:t>
            </a:r>
            <a:endParaRPr lang="en-US" sz="700" dirty="0"/>
          </a:p>
        </p:txBody>
      </p:sp>
      <p:sp>
        <p:nvSpPr>
          <p:cNvPr id="49" name="Shape 47"/>
          <p:cNvSpPr/>
          <p:nvPr/>
        </p:nvSpPr>
        <p:spPr>
          <a:xfrm>
            <a:off x="658368" y="3703320"/>
            <a:ext cx="5806440" cy="1938528"/>
          </a:xfrm>
          <a:prstGeom prst="roundRect">
            <a:avLst>
              <a:gd name="adj" fmla="val 2830"/>
            </a:avLst>
          </a:prstGeom>
          <a:solidFill>
            <a:srgbClr val="FFFFFF">
              <a:alpha val="97000"/>
            </a:srgbClr>
          </a:solidFill>
          <a:ln w="12700">
            <a:solidFill>
              <a:srgbClr val="FFFFFF"/>
            </a:solidFill>
            <a:prstDash val="solid"/>
          </a:ln>
        </p:spPr>
      </p:sp>
      <p:sp>
        <p:nvSpPr>
          <p:cNvPr id="50" name="Text 48"/>
          <p:cNvSpPr/>
          <p:nvPr/>
        </p:nvSpPr>
        <p:spPr>
          <a:xfrm>
            <a:off x="886968" y="3886200"/>
            <a:ext cx="5349240" cy="329184"/>
          </a:xfrm>
          <a:prstGeom prst="rect">
            <a:avLst/>
          </a:prstGeom>
          <a:noFill/>
          <a:ln/>
        </p:spPr>
        <p:txBody>
          <a:bodyPr wrap="square" lIns="0" tIns="0" rIns="0" bIns="0" rtlCol="0" anchor="ctr"/>
          <a:lstStyle/>
          <a:p>
            <a:pPr indent="0" marL="0">
              <a:buNone/>
            </a:pPr>
            <a:r>
              <a:rPr lang="en-US" sz="1800" b="1" dirty="0">
                <a:solidFill>
                  <a:srgbClr val="1F84D0"/>
                </a:solidFill>
                <a:latin typeface="Trebuchet MS" pitchFamily="34" charset="0"/>
                <a:ea typeface="Trebuchet MS" pitchFamily="34" charset="-122"/>
                <a:cs typeface="Trebuchet MS" pitchFamily="34" charset="-120"/>
              </a:rPr>
              <a:t>Recomendaciones para Venangocupet</a:t>
            </a:r>
            <a:endParaRPr lang="en-US" sz="1800" dirty="0"/>
          </a:p>
        </p:txBody>
      </p:sp>
      <p:sp>
        <p:nvSpPr>
          <p:cNvPr id="51" name="Shape 49"/>
          <p:cNvSpPr/>
          <p:nvPr/>
        </p:nvSpPr>
        <p:spPr>
          <a:xfrm>
            <a:off x="932688" y="4480560"/>
            <a:ext cx="128016" cy="128016"/>
          </a:xfrm>
          <a:prstGeom prst="ellipse">
            <a:avLst/>
          </a:prstGeom>
          <a:solidFill>
            <a:srgbClr val="1F84D0"/>
          </a:solidFill>
          <a:ln w="12700">
            <a:solidFill>
              <a:srgbClr val="1F84D0"/>
            </a:solidFill>
            <a:prstDash val="solid"/>
          </a:ln>
        </p:spPr>
      </p:sp>
      <p:sp>
        <p:nvSpPr>
          <p:cNvPr id="52" name="Text 50"/>
          <p:cNvSpPr/>
          <p:nvPr/>
        </p:nvSpPr>
        <p:spPr>
          <a:xfrm>
            <a:off x="1188720" y="4398264"/>
            <a:ext cx="5001768" cy="292608"/>
          </a:xfrm>
          <a:prstGeom prst="rect">
            <a:avLst/>
          </a:prstGeom>
          <a:noFill/>
          <a:ln/>
        </p:spPr>
        <p:txBody>
          <a:bodyPr wrap="square" lIns="0" tIns="0" rIns="0" bIns="0" rtlCol="0" anchor="ctr"/>
          <a:lstStyle/>
          <a:p>
            <a:pPr indent="0" marL="0">
              <a:buNone/>
            </a:pPr>
            <a:r>
              <a:rPr lang="en-US" sz="1200" dirty="0">
                <a:solidFill>
                  <a:srgbClr val="17384D"/>
                </a:solidFill>
                <a:latin typeface="Noto Sans" pitchFamily="34" charset="0"/>
                <a:ea typeface="Noto Sans" pitchFamily="34" charset="-122"/>
                <a:cs typeface="Noto Sans" pitchFamily="34" charset="-120"/>
              </a:rPr>
              <a:t>Migración gradual de registros históricos</a:t>
            </a:r>
            <a:endParaRPr lang="en-US" sz="1200" dirty="0"/>
          </a:p>
        </p:txBody>
      </p:sp>
      <p:sp>
        <p:nvSpPr>
          <p:cNvPr id="53" name="Shape 51"/>
          <p:cNvSpPr/>
          <p:nvPr/>
        </p:nvSpPr>
        <p:spPr>
          <a:xfrm>
            <a:off x="932688" y="4983480"/>
            <a:ext cx="128016" cy="128016"/>
          </a:xfrm>
          <a:prstGeom prst="ellipse">
            <a:avLst/>
          </a:prstGeom>
          <a:solidFill>
            <a:srgbClr val="1F84D0"/>
          </a:solidFill>
          <a:ln w="12700">
            <a:solidFill>
              <a:srgbClr val="1F84D0"/>
            </a:solidFill>
            <a:prstDash val="solid"/>
          </a:ln>
        </p:spPr>
      </p:sp>
      <p:sp>
        <p:nvSpPr>
          <p:cNvPr id="54" name="Text 52"/>
          <p:cNvSpPr/>
          <p:nvPr/>
        </p:nvSpPr>
        <p:spPr>
          <a:xfrm>
            <a:off x="1188720" y="4901184"/>
            <a:ext cx="5001768" cy="292608"/>
          </a:xfrm>
          <a:prstGeom prst="rect">
            <a:avLst/>
          </a:prstGeom>
          <a:noFill/>
          <a:ln/>
        </p:spPr>
        <p:txBody>
          <a:bodyPr wrap="square" lIns="0" tIns="0" rIns="0" bIns="0" rtlCol="0" anchor="ctr"/>
          <a:lstStyle/>
          <a:p>
            <a:pPr indent="0" marL="0">
              <a:buNone/>
            </a:pPr>
            <a:r>
              <a:rPr lang="en-US" sz="1200" dirty="0">
                <a:solidFill>
                  <a:srgbClr val="17384D"/>
                </a:solidFill>
                <a:latin typeface="Noto Sans" pitchFamily="34" charset="0"/>
                <a:ea typeface="Noto Sans" pitchFamily="34" charset="-122"/>
                <a:cs typeface="Noto Sans" pitchFamily="34" charset="-120"/>
              </a:rPr>
              <a:t>Capacitación del personal</a:t>
            </a:r>
            <a:endParaRPr lang="en-US" sz="1200" dirty="0"/>
          </a:p>
        </p:txBody>
      </p:sp>
      <p:sp>
        <p:nvSpPr>
          <p:cNvPr id="55" name="Shape 53"/>
          <p:cNvSpPr/>
          <p:nvPr/>
        </p:nvSpPr>
        <p:spPr>
          <a:xfrm>
            <a:off x="932688" y="5486400"/>
            <a:ext cx="128016" cy="128016"/>
          </a:xfrm>
          <a:prstGeom prst="ellipse">
            <a:avLst/>
          </a:prstGeom>
          <a:solidFill>
            <a:srgbClr val="1F84D0"/>
          </a:solidFill>
          <a:ln w="12700">
            <a:solidFill>
              <a:srgbClr val="1F84D0"/>
            </a:solidFill>
            <a:prstDash val="solid"/>
          </a:ln>
        </p:spPr>
      </p:sp>
      <p:sp>
        <p:nvSpPr>
          <p:cNvPr id="56" name="Text 54"/>
          <p:cNvSpPr/>
          <p:nvPr/>
        </p:nvSpPr>
        <p:spPr>
          <a:xfrm>
            <a:off x="1188720" y="5404104"/>
            <a:ext cx="5001768" cy="292608"/>
          </a:xfrm>
          <a:prstGeom prst="rect">
            <a:avLst/>
          </a:prstGeom>
          <a:noFill/>
          <a:ln/>
        </p:spPr>
        <p:txBody>
          <a:bodyPr wrap="square" lIns="0" tIns="0" rIns="0" bIns="0" rtlCol="0" anchor="ctr"/>
          <a:lstStyle/>
          <a:p>
            <a:pPr indent="0" marL="0">
              <a:buNone/>
            </a:pPr>
            <a:r>
              <a:rPr lang="en-US" sz="1200" dirty="0">
                <a:solidFill>
                  <a:srgbClr val="17384D"/>
                </a:solidFill>
                <a:latin typeface="Noto Sans" pitchFamily="34" charset="0"/>
                <a:ea typeface="Noto Sans" pitchFamily="34" charset="-122"/>
                <a:cs typeface="Noto Sans" pitchFamily="34" charset="-120"/>
              </a:rPr>
              <a:t>Respaldos periódicos de SQLite</a:t>
            </a:r>
            <a:endParaRPr lang="en-US" sz="1200" dirty="0"/>
          </a:p>
        </p:txBody>
      </p:sp>
      <p:sp>
        <p:nvSpPr>
          <p:cNvPr id="57" name="Shape 55"/>
          <p:cNvSpPr/>
          <p:nvPr/>
        </p:nvSpPr>
        <p:spPr>
          <a:xfrm>
            <a:off x="6729984" y="3703320"/>
            <a:ext cx="4754880" cy="1938528"/>
          </a:xfrm>
          <a:prstGeom prst="roundRect">
            <a:avLst>
              <a:gd name="adj" fmla="val 2830"/>
            </a:avLst>
          </a:prstGeom>
          <a:solidFill>
            <a:srgbClr val="FFFFFF">
              <a:alpha val="97000"/>
            </a:srgbClr>
          </a:solidFill>
          <a:ln w="12700">
            <a:solidFill>
              <a:srgbClr val="FFFFFF"/>
            </a:solidFill>
            <a:prstDash val="solid"/>
          </a:ln>
        </p:spPr>
      </p:sp>
      <p:sp>
        <p:nvSpPr>
          <p:cNvPr id="58" name="Text 56"/>
          <p:cNvSpPr/>
          <p:nvPr/>
        </p:nvSpPr>
        <p:spPr>
          <a:xfrm>
            <a:off x="7040880" y="3931920"/>
            <a:ext cx="4133088" cy="914400"/>
          </a:xfrm>
          <a:prstGeom prst="rect">
            <a:avLst/>
          </a:prstGeom>
          <a:noFill/>
          <a:ln/>
        </p:spPr>
        <p:txBody>
          <a:bodyPr wrap="square" lIns="0" tIns="0" rIns="0" bIns="0" rtlCol="0" anchor="ctr"/>
          <a:lstStyle/>
          <a:p>
            <a:pPr algn="ctr" indent="0" marL="0">
              <a:buNone/>
            </a:pPr>
            <a:r>
              <a:rPr lang="en-US" sz="1500" b="1" dirty="0">
                <a:solidFill>
                  <a:srgbClr val="194C6C"/>
                </a:solidFill>
                <a:latin typeface="Trebuchet MS" pitchFamily="34" charset="0"/>
                <a:ea typeface="Trebuchet MS" pitchFamily="34" charset="-122"/>
                <a:cs typeface="Trebuchet MS" pitchFamily="34" charset="-120"/>
              </a:rPr>
              <a:t>“La información ya existía; BaseAccess busca hacerla más fácil de registrar, consultar y seguir.”</a:t>
            </a:r>
            <a:endParaRPr lang="en-US" sz="1500" dirty="0"/>
          </a:p>
        </p:txBody>
      </p:sp>
      <p:sp>
        <p:nvSpPr>
          <p:cNvPr id="59" name="Text 57"/>
          <p:cNvSpPr/>
          <p:nvPr/>
        </p:nvSpPr>
        <p:spPr>
          <a:xfrm>
            <a:off x="7059168" y="4956048"/>
            <a:ext cx="4096512" cy="310896"/>
          </a:xfrm>
          <a:prstGeom prst="rect">
            <a:avLst/>
          </a:prstGeom>
          <a:noFill/>
          <a:ln/>
        </p:spPr>
        <p:txBody>
          <a:bodyPr wrap="square" lIns="0" tIns="0" rIns="0" bIns="0" rtlCol="0" anchor="ctr"/>
          <a:lstStyle/>
          <a:p>
            <a:pPr algn="ctr" indent="0" marL="0">
              <a:buNone/>
            </a:pPr>
            <a:r>
              <a:rPr lang="en-US" sz="1700" b="1" dirty="0">
                <a:solidFill>
                  <a:srgbClr val="1F84D0"/>
                </a:solidFill>
                <a:latin typeface="Trebuchet MS" pitchFamily="34" charset="0"/>
                <a:ea typeface="Trebuchet MS" pitchFamily="34" charset="-122"/>
                <a:cs typeface="Trebuchet MS" pitchFamily="34" charset="-120"/>
              </a:rPr>
              <a:t>Gracias por su atención.</a:t>
            </a:r>
            <a:endParaRPr lang="en-US" sz="1700" dirty="0"/>
          </a:p>
        </p:txBody>
      </p:sp>
      <p:sp>
        <p:nvSpPr>
          <p:cNvPr id="60" name="Text 58"/>
          <p:cNvSpPr/>
          <p:nvPr/>
        </p:nvSpPr>
        <p:spPr>
          <a:xfrm>
            <a:off x="7059168" y="5303520"/>
            <a:ext cx="4096512" cy="201168"/>
          </a:xfrm>
          <a:prstGeom prst="rect">
            <a:avLst/>
          </a:prstGeom>
          <a:noFill/>
          <a:ln/>
        </p:spPr>
        <p:txBody>
          <a:bodyPr wrap="square" lIns="0" tIns="0" rIns="0" bIns="0" rtlCol="0" anchor="ctr"/>
          <a:lstStyle/>
          <a:p>
            <a:pPr algn="ctr" indent="0" marL="0">
              <a:buNone/>
            </a:pPr>
            <a:r>
              <a:rPr lang="en-US" sz="900" dirty="0">
                <a:solidFill>
                  <a:srgbClr val="5B7382"/>
                </a:solidFill>
                <a:latin typeface="Noto Sans" pitchFamily="34" charset="0"/>
                <a:ea typeface="Noto Sans" pitchFamily="34" charset="-122"/>
                <a:cs typeface="Noto Sans" pitchFamily="34" charset="-120"/>
              </a:rPr>
              <a:t>Quedo atento a sus preguntas.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rebuchet M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IUTECP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Desarrollo de un prototipo de sistema para el control, trazabilidad y reporte documental en la Presidencia de Venangocupet, S.A.</dc:title>
  <dc:subject>Defensa de Pasantías Profesionales</dc:subject>
  <dc:creator>Juliano Cardona</dc:creator>
  <cp:lastModifiedBy>Juliano Cardona</cp:lastModifiedBy>
  <cp:revision>1</cp:revision>
  <dcterms:created xsi:type="dcterms:W3CDTF">2026-09-07T16:03:16Z</dcterms:created>
  <dcterms:modified xsi:type="dcterms:W3CDTF">2026-09-07T16:03:16Z</dcterms:modified>
</cp:coreProperties>
</file>