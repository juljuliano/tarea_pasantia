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Saludar al jurado y presentar a Amaal Alrifaai Alrifaaie, estudiante de Administración del IUTECP. Leer el título oficial e indicar que las pasantías se realizaron en IDETEL. Explicar que la defensa seguirá la secuencia de los cinco capítulos del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brevemente la agenda. La presentación seguirá la misma secuencia de los cinco capítulos: realidad organizacional, diagnóstico situacional, marco teórico, actividades realizadas y conclusiones y recomendaciones.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a IDETEL como una empresa ubicada en El Tigre con más de cuatro décadas de experiencia en telecomunicaciones y automatización. Explicar la rotación: Atención al Cliente durante las semanas 1 a 3 y Administración desde la semana 4 hasta la 10. Mencionar recepción, pagos, facturación, documentos, seguimiento y reportes.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la empresa atendía las solicitudes, pero no contaba con un procedimiento único y formalizado desde la recepción hasta el cierre. Mencionar las cuatro manifestaciones: formatos no uniformes, estatus distribuido, falta de tiempos de referencia y comunicación fragmentada. Leer la interrogante y presentar los objetivos en orden: diagnosticar, identificar y formular.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diagnóstico combinó observación, revisión de registros, entrevistas y el Ishikawa. Señalar las cuatro dimensiones: procedimiento, comunicación, registro y seguimiento. Cerrar con el hallazgo central: el problema no era recibir la solicitud, sino mantener visible su continuidad hasta el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solamente los cuatro conceptos más relevantes: control administrativo, gestión de solicitudes, trazabilidad administrativa y estandarización de procedimientos. Mencionar brevemente el artículo 112 de la Constitución y el artículo 32 del Código de Comercio como bases legales.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explicar las diez semanas una por una. Resumirlas en cuatro actividades principales: observar el recorrido, revisar registros y entrevistar, elaborar el Ishikawa, y diseñar y validar mejoras. Mencionar también el apoyo en pagos, facturación, documentación, seguimiento y reportes.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los seis componentes de la propuesta y señalar el flujo. Explicar que cada transferencia deja un responsable y un estado visible. Diferenciar resuelta de cerrada: el cierre exige confirmar y registrar el resultado. Primero se organiza y valida el procedimiento; después se evalúa una herramienta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Relacionar cada conclusión con los objetivos específicos: diagnóstico del proceso, deficiencias principales y propuesta formulada. Explicar brevemente las recomendaciones dirigidas a IDETEL, IUTECP y futuros pasantes. Mencionar los aprendizajes administrativos obtenidos.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idea principal: no basta con recibir o resolver técnicamente una solicitud; también debe conocerse quién la atendió, cuál es su estado, cuánto tiempo lleva y cómo fue cerrada. Agradecer al IUTECP, IDETEL, tutoras y personal de la empresa. Mantener esta diapositiva visible durante las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0972800" cy="0"/>
          </a:xfrm>
          <a:prstGeom prst="line">
            <a:avLst/>
          </a:prstGeom>
          <a:noFill/>
          <a:ln w="38100">
            <a:solidFill>
              <a:srgbClr val="5B2A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DEFENSA DE PASANTÍAS · AMAAL ALRIFAAI ALRIFAAIE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DEFENSA DE PASANTÍAS PROFESIONALES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6492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 del control administrativo aplicado a la gestión de solicitudes de servicios de telecomunicaciones en la empresa Ingeniería de Telecomunicaciones, C.A.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5029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Amaal Alrifaai Alrifaaie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5486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· IUTECP ·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0" y="1097280"/>
            <a:ext cx="3017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pic>
        <p:nvPicPr>
          <p:cNvPr id="8" name="Image 0" descr="/home/user/Documentos/tarea_pasantia/amaal/imagene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417320"/>
            <a:ext cx="1554480" cy="1554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32520" y="32461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6373"/>
                </a:solidFill>
              </a:rPr>
              <a:t>CASO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732520" y="3493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82D"/>
                </a:solidFill>
              </a:rPr>
              <a:t>Solicitud de servicio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732520" y="40690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6373"/>
                </a:solidFill>
              </a:rPr>
              <a:t>RECORRIDO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732520" y="43159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82D"/>
                </a:solidFill>
              </a:rPr>
              <a:t>Recepción → cierre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732520" y="4983480"/>
            <a:ext cx="2377440" cy="384048"/>
          </a:xfrm>
          <a:prstGeom prst="rect">
            <a:avLst/>
          </a:prstGeom>
          <a:solidFill>
            <a:srgbClr val="EDE3F7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A86"/>
                </a:solidFill>
              </a:rPr>
              <a:t>PROPUESTA FORMULADA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50876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de la socialización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971800"/>
            <a:ext cx="2157984" cy="228600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971800"/>
            <a:ext cx="2157984" cy="7315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33101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6BC4"/>
                </a:solidFill>
              </a:rPr>
              <a:t>CAPÍTULO 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82D"/>
                </a:solidFill>
              </a:rPr>
              <a:t>Realidad Organizacional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35224" y="2971800"/>
            <a:ext cx="2157984" cy="228600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35224" y="2971800"/>
            <a:ext cx="2157984" cy="7315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33101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6BC4"/>
                </a:solidFill>
              </a:rPr>
              <a:t>CAPÍTULO II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99816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82D"/>
                </a:solidFill>
              </a:rPr>
              <a:t>Diagnóstico Situacional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30368" y="2971800"/>
            <a:ext cx="2157984" cy="228600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30368" y="2971800"/>
            <a:ext cx="2157984" cy="7315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33101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6BC4"/>
                </a:solidFill>
              </a:rPr>
              <a:t>CAPÍTULO III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82D"/>
                </a:solidFill>
              </a:rPr>
              <a:t>Marco Teórico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25512" y="2971800"/>
            <a:ext cx="2157984" cy="228600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25512" y="2971800"/>
            <a:ext cx="2157984" cy="7315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71816" y="33101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6BC4"/>
                </a:solidFill>
              </a:rPr>
              <a:t>CAPÍTULO IV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90104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82D"/>
                </a:solidFill>
              </a:rPr>
              <a:t>Actividades Realizadas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820656" y="2971800"/>
            <a:ext cx="2157984" cy="228600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20656" y="2971800"/>
            <a:ext cx="2157984" cy="7315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33101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6BC4"/>
                </a:solidFill>
              </a:rPr>
              <a:t>CAPÍTULO 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85248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82D"/>
                </a:solidFill>
              </a:rPr>
              <a:t>Conclusiones y Recomendaciones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I · REALIDAD ORGANIZACIONAL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Empresa y área de pasantía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383280" cy="3566160"/>
          </a:xfrm>
          <a:prstGeom prst="rect">
            <a:avLst/>
          </a:prstGeom>
          <a:solidFill>
            <a:srgbClr val="080452"/>
          </a:solidFill>
          <a:ln w="12700">
            <a:solidFill>
              <a:srgbClr val="080452"/>
            </a:solidFill>
            <a:prstDash val="solid"/>
          </a:ln>
        </p:spPr>
      </p:sp>
      <p:pic>
        <p:nvPicPr>
          <p:cNvPr id="5" name="Image 0" descr="/home/user/Documentos/tarea_pasantia/amaal/imagene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880360"/>
            <a:ext cx="164592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9120" y="1920240"/>
            <a:ext cx="6858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89120" y="1920240"/>
            <a:ext cx="64008" cy="658368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2011680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</a:t>
            </a:r>
            <a:endParaRPr lang="en-US" sz="900" dirty="0"/>
          </a:p>
          <a:p>
            <a:pPr indent="0" marL="0">
              <a:buNone/>
            </a:pPr>
            <a:r>
              <a:rPr lang="en-US" sz="14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Ingeniería de Telecomunicaciones, C.A.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9120" y="2724912"/>
            <a:ext cx="6858000" cy="658368"/>
          </a:xfrm>
          <a:prstGeom prst="rect">
            <a:avLst/>
          </a:prstGeom>
          <a:solidFill>
            <a:srgbClr val="F7F2FB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2724912"/>
            <a:ext cx="64008" cy="658368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2816352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SECTOR</a:t>
            </a:r>
            <a:endParaRPr lang="en-US" sz="900" dirty="0"/>
          </a:p>
          <a:p>
            <a:pPr indent="0" marL="0">
              <a:buNone/>
            </a:pPr>
            <a:r>
              <a:rPr lang="en-US" sz="14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Telecomunicaciones y automatización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89120" y="3529584"/>
            <a:ext cx="6858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3529584"/>
            <a:ext cx="64008" cy="658368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3621024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SEDE</a:t>
            </a:r>
            <a:endParaRPr lang="en-US" sz="900" dirty="0"/>
          </a:p>
          <a:p>
            <a:pPr indent="0" marL="0">
              <a:buNone/>
            </a:pPr>
            <a:r>
              <a:rPr lang="en-US" sz="14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Tigre, estado Anzoátegui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389120" y="4334256"/>
            <a:ext cx="6858000" cy="658368"/>
          </a:xfrm>
          <a:prstGeom prst="rect">
            <a:avLst/>
          </a:prstGeom>
          <a:solidFill>
            <a:srgbClr val="F7F2FB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89120" y="4334256"/>
            <a:ext cx="64008" cy="658368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4425696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</a:t>
            </a:r>
            <a:endParaRPr lang="en-US" sz="900" dirty="0"/>
          </a:p>
          <a:p>
            <a:pPr indent="0" marL="0">
              <a:buNone/>
            </a:pPr>
            <a:r>
              <a:rPr lang="en-US" sz="14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Atención al Cliente · Semanas 1–3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89120" y="5138928"/>
            <a:ext cx="6858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89120" y="5138928"/>
            <a:ext cx="64008" cy="658368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5230368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</a:t>
            </a:r>
            <a:endParaRPr lang="en-US" sz="900" dirty="0"/>
          </a:p>
          <a:p>
            <a:pPr indent="0" marL="0">
              <a:buNone/>
            </a:pPr>
            <a:r>
              <a:rPr lang="en-US" sz="14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· Semanas 4–10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II · DIAGNÓSTICO SITUACIONAL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Situación problemática y objetivos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35640" cy="77724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 existía un procedimiento único y formalizado para seguir las solicitudes desde su recepción hasta el cierre.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926080"/>
            <a:ext cx="2514600" cy="685800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035808"/>
            <a:ext cx="22951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Formatos no uniformes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2926080"/>
            <a:ext cx="2514600" cy="685800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3035808"/>
            <a:ext cx="22951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Estatus distribuido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926080"/>
            <a:ext cx="2514600" cy="685800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3035808"/>
            <a:ext cx="22951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tiempos de referencia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15400" y="2926080"/>
            <a:ext cx="2514600" cy="685800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25128" y="3035808"/>
            <a:ext cx="22951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Comunicación fragmentada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840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5B2A86"/>
                </a:solidFill>
              </a:rPr>
              <a:t>¿Cómo puede evaluarse el control administrativo para identificar debilidades y fortalecer la trazabilidad y el seguimiento?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120" y="4800600"/>
            <a:ext cx="3337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800600"/>
            <a:ext cx="64008" cy="114300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Diagnosticar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actual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63440" y="4800600"/>
            <a:ext cx="3337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4800600"/>
            <a:ext cx="64008" cy="114300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Identificar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deficiencias y causas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366760" y="4800600"/>
            <a:ext cx="3337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66760" y="4800600"/>
            <a:ext cx="64008" cy="114300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Formular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mejoras procedimentales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II · TÉCNICA DE DIAGNÓSTICO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Diagrama de Ishikawa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2971800" cy="566928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029968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Observación directa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670048"/>
            <a:ext cx="2971800" cy="566928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779776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de registros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419856"/>
            <a:ext cx="2971800" cy="566928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529584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Entrevistas al personal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169664"/>
            <a:ext cx="2971800" cy="566928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4279392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Diagrama de Ishikawa</a:t>
            </a:r>
            <a:endParaRPr lang="en-US" sz="1400" dirty="0"/>
          </a:p>
        </p:txBody>
      </p:sp>
      <p:pic>
        <p:nvPicPr>
          <p:cNvPr id="12" name="Image 0" descr="/home/user/Documentos/tarea_pasantia/amaal/imagenes/ishikawa_amaal_solicitu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2441" y="1737360"/>
            <a:ext cx="3662758" cy="33375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31520" y="5394960"/>
            <a:ext cx="10652760" cy="64008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5568696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Hallazgo central: el problema no era recibir la solicitud, sino mantener visible su continuidad hasta el cierre.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III · MARCO TEÓRICO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Conceptos disciplinares y bases legales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166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64008" cy="107899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4846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administrativo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el proceso y corregir desviaciones.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874520"/>
            <a:ext cx="5166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874520"/>
            <a:ext cx="64008" cy="107899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965960"/>
            <a:ext cx="4846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solicitudes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Recibir, registrar, procesar, seguir y cerrar.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246120"/>
            <a:ext cx="5166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246120"/>
            <a:ext cx="64008" cy="107899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37560"/>
            <a:ext cx="4846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 administrativa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Reconstruir el recorrido completo de un caso.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3246120"/>
            <a:ext cx="5166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3246120"/>
            <a:ext cx="64008" cy="1078992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337560"/>
            <a:ext cx="4846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Estandarización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criterios, estados y formatos comunes.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892040"/>
            <a:ext cx="5166360" cy="91440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892040"/>
            <a:ext cx="64008" cy="91440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983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Constitución · Artículo 112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general de la actividad económica.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4892040"/>
            <a:ext cx="5166360" cy="91440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4892040"/>
            <a:ext cx="64008" cy="91440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4983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de Comercio · Artículo 32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 y claridad de los registros.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IV · ACTIVIDADES REALIZADAS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actividades principales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40280"/>
            <a:ext cx="64008" cy="141732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3172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SEM. 1–3 · Observar el recorrido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Atención al Cliente y Administración.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224028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2240280"/>
            <a:ext cx="64008" cy="141732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33172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SEM. 4 · Revisar y entrevistar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Registros, personal e identificación de fallas.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411480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4114800"/>
            <a:ext cx="64008" cy="141732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2062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SEM. 5 · Elaborar el Ishikawa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Organización de causas relacionadas.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0" y="411480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4114800"/>
            <a:ext cx="64008" cy="141732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42062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SEM. 7–9 · Diseñar y validar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Flujo, formatos, responsables e indicadores.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IV · PROPUESTA DE MEJORA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procedimiento visible de principio a fin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3063240" cy="530352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estandarizado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322576"/>
            <a:ext cx="3063240" cy="530352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432304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Responsables por etapa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980944"/>
            <a:ext cx="3063240" cy="530352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090672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Formatos uniformes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639312"/>
            <a:ext cx="3063240" cy="530352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749040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 definidos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297680"/>
            <a:ext cx="3063240" cy="530352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4407408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Tiempos de referencia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956048"/>
            <a:ext cx="3063240" cy="530352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5065776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básicos</a:t>
            </a:r>
            <a:endParaRPr lang="en-US" sz="1400" dirty="0"/>
          </a:p>
        </p:txBody>
      </p:sp>
      <p:pic>
        <p:nvPicPr>
          <p:cNvPr id="16" name="Image 0" descr="/home/user/Documentos/tarea_pasantia/amaal/imagenes/04_swimlane_gestion_solicitu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5394" y="1664208"/>
            <a:ext cx="6499692" cy="3794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977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A86"/>
                </a:solidFill>
              </a:rPr>
              <a:t>Recibida → Registrada → Asignada → En atención → Resuelta → Cerrada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80760" y="58795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6BC4"/>
                </a:solidFill>
              </a:rPr>
              <a:t>Resuelta ≠ Cerrada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 V · CONCLUSIONES Y RECOMENDACIONES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principales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4564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64008" cy="141732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DIAGNÓSTICO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recorrido existía, pero no estaba formalizado como un solo proceso.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16552" y="1828800"/>
            <a:ext cx="34564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16552" y="1828800"/>
            <a:ext cx="64008" cy="141732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92024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DEFICIENCIAS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Formatos, estatus, tiempos y comunicación afectaban la trazabilidad.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47304" y="1828800"/>
            <a:ext cx="34564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47304" y="1828800"/>
            <a:ext cx="64008" cy="141732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192024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APORTE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Flujo, responsables, formatos e indicadores permiten fortalecer el control.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657600"/>
            <a:ext cx="5303520" cy="155448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657600"/>
            <a:ext cx="64008" cy="155448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4904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IDETEL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flujo → uniformar formatos → medir resultados → evaluar digitalización.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3657600"/>
            <a:ext cx="2468880" cy="155448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657600"/>
            <a:ext cx="64008" cy="155448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749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IUTECP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Fortalecer el acompañamiento académico.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15400" y="3657600"/>
            <a:ext cx="2468880" cy="1554480"/>
          </a:xfrm>
          <a:prstGeom prst="rect">
            <a:avLst/>
          </a:prstGeom>
          <a:solidFill>
            <a:srgbClr val="EDE3F7"/>
          </a:solidFill>
          <a:ln w="12700">
            <a:solidFill>
              <a:srgbClr val="D9C7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15400" y="3657600"/>
            <a:ext cx="64008" cy="1554480"/>
          </a:xfrm>
          <a:prstGeom prst="rect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3749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futuros pasantes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D6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actividades y conservar evidencias.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5577840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A86"/>
                </a:solidFill>
              </a:rPr>
              <a:t>Aprendizaje: control, organización de procesos, gestión documental y atención al usuario.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2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EDE3F7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5B2A86"/>
                </a:solidFill>
              </a:rPr>
              <a:t>CIERRE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6583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solicitud bien atendida también debe estar bien controlada.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4800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2A86"/>
                </a:solidFill>
              </a:rPr>
              <a:t>Gracias por su atención.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5303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6373"/>
                </a:solidFill>
              </a:rPr>
              <a:t>Quedo atenta a sus preguntas.</a:t>
            </a:r>
            <a:endParaRPr lang="en-US" sz="1500" dirty="0"/>
          </a:p>
        </p:txBody>
      </p:sp>
      <p:pic>
        <p:nvPicPr>
          <p:cNvPr id="7" name="Image 0" descr="/home/user/Documentos/tarea_pasantia/amaal/imagene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331720"/>
            <a:ext cx="1645920" cy="164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0" y="4389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86"/>
                </a:solidFill>
              </a:rPr>
              <a:t>AMAAL ALRIFAAI ALRIFAAIE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58200" y="4846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6373"/>
                </a:solidFill>
              </a:rPr>
              <a:t>Administración · IUTECP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IUTECP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Evaluación del control administrativo aplicado a la gestión de solicitudes de servicios de telecomunicaciones</dc:title>
  <dc:subject>Defensa de Pasantías Profesionales</dc:subject>
  <dc:creator>Amaal Alrifaai Alrifaaie</dc:creator>
  <cp:lastModifiedBy>Amaal Alrifaai Alrifaaie</cp:lastModifiedBy>
  <cp:revision>1</cp:revision>
  <dcterms:created xsi:type="dcterms:W3CDTF">2026-09-06T02:44:16Z</dcterms:created>
  <dcterms:modified xsi:type="dcterms:W3CDTF">2026-09-06T02:44:16Z</dcterms:modified>
</cp:coreProperties>
</file>